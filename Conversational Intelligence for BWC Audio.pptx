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099C50-CF6F-451D-8913-B83A5CEDD86C}">
  <a:tblStyle styleId="{BD099C50-CF6F-451D-8913-B83A5CEDD8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im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2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05287" y="2020341"/>
            <a:ext cx="37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25453" y="2468016"/>
            <a:ext cx="874109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Conversational Intelligence for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BWC Enforcement Audio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94708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Automating SOP compliance and risk detection in high-stakes civil enforcement interactions.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432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Procedural Compliance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Was identity confirmed? Was legal authority explained? Were payment options clearly offered according to SOP?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743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61322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Escalation &amp; Safety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1322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Detection of raised voices, threat language, or hostile behavior indicating immediate risk to agents or debtors.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432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35967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Visit Outcomes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5967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Categorization of results: Payment collected, plan agreed, entry refused, or goods levied for structured reporting.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System Operational Objectives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859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24479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Acoustic Hostility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44817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Research Insight: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BWC conditions significantly degrade ASR word error rates (WER) compared to clean data.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9547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04875" y="281940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High-velocity wind and traffic noise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32194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Clothing rustle and microphone friction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361950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Rapid speaker switching &amp; interruptions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40195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Distant far-field speech and shouting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62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623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6236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Environmental Audio Challenges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47925"/>
            <a:ext cx="53340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9527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State of the Art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3343275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WhisperX: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VAD-assisted segmentation and forced alignment for ASR.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771900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Pyannote.Audio: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Neural diarization for speaker clustering.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200525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MSDD: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Robust handling of short, overlapping utterances.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743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581775" y="319087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The Research Gap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81775" y="3638550"/>
            <a:ext cx="4743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Current systems prioritize pure transcription. There is a critical lack of focus on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Operational Intelligence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—extracting compliance and escalation reasoning from messy, real-world enforcement audio.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Literature &amp; Research Gap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3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5000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Architecture 1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57150" cy="876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25" y="1447800"/>
            <a:ext cx="10574551" cy="522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286500" y="25669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System Orchestration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286500" y="2957512"/>
            <a:ext cx="5334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Implemented: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Stage 1, VAD and sta</a:t>
            </a:r>
            <a:r>
              <a:rPr lang="en-US" sz="13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ge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2 Alignment and world-level timestamps with WhisperX.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86500" y="36433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Current Path: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Moving into Stage 3 Diarization to resolve speaker identity.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286500" y="43291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Optimization: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Reconstructing audio using "Cut and Merge" logic for improved segment context.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Conversational Processing Pipeline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225" y="1611888"/>
            <a:ext cx="496252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47925"/>
            <a:ext cx="35559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43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86677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Attribute Identification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6677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Isolating orthogonal features and identifying the best metrics to benchmark each pipeline stage independently.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743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461322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Error Localization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61322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Systematically finding what is harming results at each step (VAD vs. ASR vs. Diarization) to iterate on specific bottlenecks.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43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8359675" y="319087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Reverse Engineering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359675" y="3638550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Studying results and reverse engineering performance gaps to refine the framework and improve the final solution.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Evaluation &amp; Benchmarking Strategy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4267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86200"/>
            <a:ext cx="42672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219700" y="1771650"/>
            <a:ext cx="67208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Key Improvements</a:t>
            </a:r>
            <a:endParaRPr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5219700" y="2181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{BD099C50-CF6F-451D-8913-B83A5CEDD86C}</a:tableStyleId>
              </a:tblPr>
              <a:tblGrid>
                <a:gridCol w="2436475"/>
                <a:gridCol w="1729525"/>
                <a:gridCol w="2234800"/>
              </a:tblGrid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Initial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Optimized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VAD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73.51%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78.37%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VAD F1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79.82%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84.93%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Alignment Coverage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79.3%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81.4%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Boundary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1.46s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1.29s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5219700" y="5124450"/>
            <a:ext cx="6400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Major Finding: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~30% reduction in ASR deletion errors through optimized speech padding and segment gap management.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287655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84.93%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3333750"/>
            <a:ext cx="388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VAD F1 SCORE (OPTIMIZED)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40767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29.07%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4533900"/>
            <a:ext cx="388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WHISPER LARGE-V3 WER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219700" y="3262312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656165" y="3262312"/>
            <a:ext cx="172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9385696" y="3262312"/>
            <a:ext cx="2234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219700" y="3814762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7656165" y="3814762"/>
            <a:ext cx="172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9385696" y="3814762"/>
            <a:ext cx="2234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219700" y="4367212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656165" y="4367212"/>
            <a:ext cx="172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385696" y="4367212"/>
            <a:ext cx="2234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219700" y="4919662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656165" y="4919662"/>
            <a:ext cx="172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9385696" y="4919662"/>
            <a:ext cx="2234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Optimized Benchmarks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1762"/>
            <a:ext cx="35559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71762"/>
            <a:ext cx="35559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71762"/>
            <a:ext cx="355595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66775" y="2967037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Speaker Attribution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66775" y="3414712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Resolving short, explosive utterances and overlapping speech in emotionally charged encounters remains the primary diarization hurdle.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613225" y="2967037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Environmental Artifacts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613225" y="3414712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Wind and mechanical noises can still trigger false positives in VAD, impacting downstream transcription quality.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359675" y="2967037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Fine-Grained Truth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359675" y="3414712"/>
            <a:ext cx="296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Ground-truth data is often coarse, while model predictions are hyper-granular, complicating precise alignment evaluation.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Current Bottlenecks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30003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Focus: Stage 3 (Diarization)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286500" y="30003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LLM Intelligence Layer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04875" y="33718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Pyannote.Audio DER benchmarking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04875" y="377190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Overlap handling for multi-speaker logic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04875" y="41719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Unified timeline orchestration layer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619875" y="33718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Automated SOP event extraction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619875" y="377190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Escalation reasoning &amp; sentiment shifts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619875" y="41719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Outcome validation vs. agent reports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14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47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148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4147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814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2148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Immediate Research Path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295275" y="871537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Takeaways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04275" y="2168925"/>
            <a:ext cx="51399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Operational Audio Is Fundamentally Different</a:t>
            </a:r>
            <a:endParaRPr b="1" sz="22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Compared to clean speech datasets, BWC audio introduces: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Severe environmental noise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Rapid speaker transitions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Emotional escalation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Overlapping speech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which significantly degrade both ASR and diarization.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570075" y="2097225"/>
            <a:ext cx="51399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Final Objective</a:t>
            </a:r>
            <a:endParaRPr b="1" sz="22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Generate accurate speaker-attributed conversational timelines that support: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Compliance analysis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Escalation assessment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Outcome determination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mo"/>
              <a:buChar char="●"/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Operational decision support</a:t>
            </a:r>
            <a:endParaRPr sz="1800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/>
          <p:nvPr/>
        </p:nvSpPr>
        <p:spPr>
          <a:xfrm>
            <a:off x="571500" y="30241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71500" y="3786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71500" y="3786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7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1666875" y="31742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https://miro.medium.com/v2/resize:fit:1400/0*cLzBHDXI4CwJzjVp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666875" y="34075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medium.com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8587"/>
            <a:ext cx="13335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1666875" y="3945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https://d2908q01vomqb2.cloudfront.net/f1f836cb4ea6efb2a0b1b99f41ad8b103eff4b59/2025/10/27/ml-157041-887x630.png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666875" y="4179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aws.amazon.com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