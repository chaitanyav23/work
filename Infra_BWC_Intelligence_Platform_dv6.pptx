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415" r:id="rId2"/>
    <p:sldId id="264" r:id="rId3"/>
    <p:sldId id="260" r:id="rId4"/>
    <p:sldId id="419" r:id="rId5"/>
    <p:sldId id="275" r:id="rId6"/>
    <p:sldId id="420" r:id="rId7"/>
    <p:sldId id="42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B306D1-CFF9-4533-A2A1-9C3950B7DF3F}" v="79" dt="2026-04-10T09:58:03.543"/>
    <p1510:client id="{C0072F29-02CE-4395-84C6-48A09CE96D8A}" v="96" dt="2026-04-09T12:13:13.7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50" autoAdjust="0"/>
    <p:restoredTop sz="94678"/>
  </p:normalViewPr>
  <p:slideViewPr>
    <p:cSldViewPr snapToGrid="0">
      <p:cViewPr>
        <p:scale>
          <a:sx n="200" d="100"/>
          <a:sy n="200" d="100"/>
        </p:scale>
        <p:origin x="-1188" y="-27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lash Timmapur" userId="1e547546-f052-49b0-9588-55047b64c93e" providerId="ADAL" clId="{FAF1FE2C-8F82-457B-8DA2-155A2C4EE9C0}"/>
    <pc:docChg chg="undo custSel addSld delSld modSld sldOrd">
      <pc:chgData name="Abhilash Timmapur" userId="1e547546-f052-49b0-9588-55047b64c93e" providerId="ADAL" clId="{FAF1FE2C-8F82-457B-8DA2-155A2C4EE9C0}" dt="2026-04-10T09:58:12.220" v="3794" actId="20577"/>
      <pc:docMkLst>
        <pc:docMk/>
      </pc:docMkLst>
      <pc:sldChg chg="addSp delSp modSp add mod ord">
        <pc:chgData name="Abhilash Timmapur" userId="1e547546-f052-49b0-9588-55047b64c93e" providerId="ADAL" clId="{FAF1FE2C-8F82-457B-8DA2-155A2C4EE9C0}" dt="2026-04-10T09:58:12.220" v="3794" actId="20577"/>
        <pc:sldMkLst>
          <pc:docMk/>
          <pc:sldMk cId="0" sldId="260"/>
        </pc:sldMkLst>
        <pc:spChg chg="mod">
          <ac:chgData name="Abhilash Timmapur" userId="1e547546-f052-49b0-9588-55047b64c93e" providerId="ADAL" clId="{FAF1FE2C-8F82-457B-8DA2-155A2C4EE9C0}" dt="2026-04-07T14:42:24.127" v="1348" actId="1076"/>
          <ac:spMkLst>
            <pc:docMk/>
            <pc:sldMk cId="0" sldId="260"/>
            <ac:spMk id="6" creationId="{0E74292B-A389-F6D8-12E9-2F8638D71C63}"/>
          </ac:spMkLst>
        </pc:spChg>
        <pc:spChg chg="add mod">
          <ac:chgData name="Abhilash Timmapur" userId="1e547546-f052-49b0-9588-55047b64c93e" providerId="ADAL" clId="{FAF1FE2C-8F82-457B-8DA2-155A2C4EE9C0}" dt="2026-04-10T06:20:09.892" v="3418" actId="164"/>
          <ac:spMkLst>
            <pc:docMk/>
            <pc:sldMk cId="0" sldId="260"/>
            <ac:spMk id="15" creationId="{43DDADC2-1C64-6DCC-757E-2C07E2DE90DC}"/>
          </ac:spMkLst>
        </pc:spChg>
        <pc:spChg chg="add del mod ord">
          <ac:chgData name="Abhilash Timmapur" userId="1e547546-f052-49b0-9588-55047b64c93e" providerId="ADAL" clId="{FAF1FE2C-8F82-457B-8DA2-155A2C4EE9C0}" dt="2026-04-09T10:36:37.261" v="3133" actId="478"/>
          <ac:spMkLst>
            <pc:docMk/>
            <pc:sldMk cId="0" sldId="260"/>
            <ac:spMk id="15" creationId="{51D8A681-F67D-2DB3-D9DA-4C633713454A}"/>
          </ac:spMkLst>
        </pc:spChg>
        <pc:spChg chg="add mod ord">
          <ac:chgData name="Abhilash Timmapur" userId="1e547546-f052-49b0-9588-55047b64c93e" providerId="ADAL" clId="{FAF1FE2C-8F82-457B-8DA2-155A2C4EE9C0}" dt="2026-04-10T09:34:08.448" v="3765" actId="1076"/>
          <ac:spMkLst>
            <pc:docMk/>
            <pc:sldMk cId="0" sldId="260"/>
            <ac:spMk id="18" creationId="{D5C31D0E-6F4F-F07D-B967-32AA6931DC75}"/>
          </ac:spMkLst>
        </pc:spChg>
        <pc:spChg chg="mod">
          <ac:chgData name="Abhilash Timmapur" userId="1e547546-f052-49b0-9588-55047b64c93e" providerId="ADAL" clId="{FAF1FE2C-8F82-457B-8DA2-155A2C4EE9C0}" dt="2026-04-08T04:54:52.741" v="1810" actId="2711"/>
          <ac:spMkLst>
            <pc:docMk/>
            <pc:sldMk cId="0" sldId="260"/>
            <ac:spMk id="23" creationId="{00000000-0000-0000-0000-000000000000}"/>
          </ac:spMkLst>
        </pc:spChg>
        <pc:spChg chg="add mod">
          <ac:chgData name="Abhilash Timmapur" userId="1e547546-f052-49b0-9588-55047b64c93e" providerId="ADAL" clId="{FAF1FE2C-8F82-457B-8DA2-155A2C4EE9C0}" dt="2026-04-08T05:31:03.029" v="1997" actId="1036"/>
          <ac:spMkLst>
            <pc:docMk/>
            <pc:sldMk cId="0" sldId="260"/>
            <ac:spMk id="30" creationId="{7F1B3E01-E5C6-F84F-9FBC-AC42185BFD28}"/>
          </ac:spMkLst>
        </pc:spChg>
        <pc:spChg chg="add mod">
          <ac:chgData name="Abhilash Timmapur" userId="1e547546-f052-49b0-9588-55047b64c93e" providerId="ADAL" clId="{FAF1FE2C-8F82-457B-8DA2-155A2C4EE9C0}" dt="2026-04-09T10:37:35.915" v="3141" actId="12789"/>
          <ac:spMkLst>
            <pc:docMk/>
            <pc:sldMk cId="0" sldId="260"/>
            <ac:spMk id="32" creationId="{8F353779-9A6E-05EA-7021-8B000AEB12F7}"/>
          </ac:spMkLst>
        </pc:spChg>
        <pc:spChg chg="mod">
          <ac:chgData name="Abhilash Timmapur" userId="1e547546-f052-49b0-9588-55047b64c93e" providerId="ADAL" clId="{FAF1FE2C-8F82-457B-8DA2-155A2C4EE9C0}" dt="2026-04-09T11:00:51.200" v="3155" actId="20577"/>
          <ac:spMkLst>
            <pc:docMk/>
            <pc:sldMk cId="0" sldId="260"/>
            <ac:spMk id="37" creationId="{53BD5A45-FCD3-4722-581A-908AB7EC11FB}"/>
          </ac:spMkLst>
        </pc:spChg>
        <pc:spChg chg="mod">
          <ac:chgData name="Abhilash Timmapur" userId="1e547546-f052-49b0-9588-55047b64c93e" providerId="ADAL" clId="{FAF1FE2C-8F82-457B-8DA2-155A2C4EE9C0}" dt="2026-04-07T14:47:54.566" v="1493" actId="12788"/>
          <ac:spMkLst>
            <pc:docMk/>
            <pc:sldMk cId="0" sldId="260"/>
            <ac:spMk id="47" creationId="{A44CB743-A688-E3FE-BA6B-7D1824576BEC}"/>
          </ac:spMkLst>
        </pc:spChg>
        <pc:spChg chg="mod">
          <ac:chgData name="Abhilash Timmapur" userId="1e547546-f052-49b0-9588-55047b64c93e" providerId="ADAL" clId="{FAF1FE2C-8F82-457B-8DA2-155A2C4EE9C0}" dt="2026-04-07T14:42:24.127" v="1348" actId="1076"/>
          <ac:spMkLst>
            <pc:docMk/>
            <pc:sldMk cId="0" sldId="260"/>
            <ac:spMk id="49" creationId="{D06675A1-EC0B-3D89-0C53-7350C3240A2E}"/>
          </ac:spMkLst>
        </pc:spChg>
        <pc:spChg chg="mod">
          <ac:chgData name="Abhilash Timmapur" userId="1e547546-f052-49b0-9588-55047b64c93e" providerId="ADAL" clId="{FAF1FE2C-8F82-457B-8DA2-155A2C4EE9C0}" dt="2026-04-07T14:47:54.566" v="1493" actId="12788"/>
          <ac:spMkLst>
            <pc:docMk/>
            <pc:sldMk cId="0" sldId="260"/>
            <ac:spMk id="51" creationId="{D69A88E5-17EB-86C0-1D72-BD6919A6DE74}"/>
          </ac:spMkLst>
        </pc:spChg>
        <pc:spChg chg="add mod ord">
          <ac:chgData name="Abhilash Timmapur" userId="1e547546-f052-49b0-9588-55047b64c93e" providerId="ADAL" clId="{FAF1FE2C-8F82-457B-8DA2-155A2C4EE9C0}" dt="2026-04-10T08:26:00.762" v="3693" actId="167"/>
          <ac:spMkLst>
            <pc:docMk/>
            <pc:sldMk cId="0" sldId="260"/>
            <ac:spMk id="57" creationId="{CD8BE992-ACBD-927E-8917-AE265081EE42}"/>
          </ac:spMkLst>
        </pc:spChg>
        <pc:spChg chg="mod">
          <ac:chgData name="Abhilash Timmapur" userId="1e547546-f052-49b0-9588-55047b64c93e" providerId="ADAL" clId="{FAF1FE2C-8F82-457B-8DA2-155A2C4EE9C0}" dt="2026-04-09T10:29:51.472" v="3022" actId="14100"/>
          <ac:spMkLst>
            <pc:docMk/>
            <pc:sldMk cId="0" sldId="260"/>
            <ac:spMk id="61" creationId="{00000000-0000-0000-0000-000000000000}"/>
          </ac:spMkLst>
        </pc:spChg>
        <pc:spChg chg="add mod">
          <ac:chgData name="Abhilash Timmapur" userId="1e547546-f052-49b0-9588-55047b64c93e" providerId="ADAL" clId="{FAF1FE2C-8F82-457B-8DA2-155A2C4EE9C0}" dt="2026-04-10T09:56:59.932" v="3776" actId="404"/>
          <ac:spMkLst>
            <pc:docMk/>
            <pc:sldMk cId="0" sldId="260"/>
            <ac:spMk id="69" creationId="{A95FCA83-177A-C4DB-40D3-5DDB16BBF06E}"/>
          </ac:spMkLst>
        </pc:spChg>
        <pc:spChg chg="mod">
          <ac:chgData name="Abhilash Timmapur" userId="1e547546-f052-49b0-9588-55047b64c93e" providerId="ADAL" clId="{FAF1FE2C-8F82-457B-8DA2-155A2C4EE9C0}" dt="2026-04-07T14:42:24.127" v="1348" actId="1076"/>
          <ac:spMkLst>
            <pc:docMk/>
            <pc:sldMk cId="0" sldId="260"/>
            <ac:spMk id="70" creationId="{00000000-0000-0000-0000-000000000000}"/>
          </ac:spMkLst>
        </pc:spChg>
        <pc:spChg chg="mod">
          <ac:chgData name="Abhilash Timmapur" userId="1e547546-f052-49b0-9588-55047b64c93e" providerId="ADAL" clId="{FAF1FE2C-8F82-457B-8DA2-155A2C4EE9C0}" dt="2026-04-08T04:54:52.741" v="1810" actId="2711"/>
          <ac:spMkLst>
            <pc:docMk/>
            <pc:sldMk cId="0" sldId="260"/>
            <ac:spMk id="73" creationId="{00000000-0000-0000-0000-000000000000}"/>
          </ac:spMkLst>
        </pc:spChg>
        <pc:spChg chg="mod">
          <ac:chgData name="Abhilash Timmapur" userId="1e547546-f052-49b0-9588-55047b64c93e" providerId="ADAL" clId="{FAF1FE2C-8F82-457B-8DA2-155A2C4EE9C0}" dt="2026-04-08T04:54:52.741" v="1810" actId="2711"/>
          <ac:spMkLst>
            <pc:docMk/>
            <pc:sldMk cId="0" sldId="260"/>
            <ac:spMk id="75" creationId="{00000000-0000-0000-0000-000000000000}"/>
          </ac:spMkLst>
        </pc:spChg>
        <pc:spChg chg="mod">
          <ac:chgData name="Abhilash Timmapur" userId="1e547546-f052-49b0-9588-55047b64c93e" providerId="ADAL" clId="{FAF1FE2C-8F82-457B-8DA2-155A2C4EE9C0}" dt="2026-04-07T14:42:24.127" v="1348" actId="1076"/>
          <ac:spMkLst>
            <pc:docMk/>
            <pc:sldMk cId="0" sldId="260"/>
            <ac:spMk id="77" creationId="{00000000-0000-0000-0000-000000000000}"/>
          </ac:spMkLst>
        </pc:spChg>
        <pc:spChg chg="mod">
          <ac:chgData name="Abhilash Timmapur" userId="1e547546-f052-49b0-9588-55047b64c93e" providerId="ADAL" clId="{FAF1FE2C-8F82-457B-8DA2-155A2C4EE9C0}" dt="2026-04-08T05:22:59.343" v="1910" actId="1076"/>
          <ac:spMkLst>
            <pc:docMk/>
            <pc:sldMk cId="0" sldId="260"/>
            <ac:spMk id="80" creationId="{00000000-0000-0000-0000-000000000000}"/>
          </ac:spMkLst>
        </pc:spChg>
        <pc:spChg chg="mod">
          <ac:chgData name="Abhilash Timmapur" userId="1e547546-f052-49b0-9588-55047b64c93e" providerId="ADAL" clId="{FAF1FE2C-8F82-457B-8DA2-155A2C4EE9C0}" dt="2026-04-07T14:42:24.127" v="1348" actId="1076"/>
          <ac:spMkLst>
            <pc:docMk/>
            <pc:sldMk cId="0" sldId="260"/>
            <ac:spMk id="82" creationId="{00000000-0000-0000-0000-000000000000}"/>
          </ac:spMkLst>
        </pc:spChg>
        <pc:spChg chg="mod">
          <ac:chgData name="Abhilash Timmapur" userId="1e547546-f052-49b0-9588-55047b64c93e" providerId="ADAL" clId="{FAF1FE2C-8F82-457B-8DA2-155A2C4EE9C0}" dt="2026-04-07T14:42:24.127" v="1348" actId="1076"/>
          <ac:spMkLst>
            <pc:docMk/>
            <pc:sldMk cId="0" sldId="260"/>
            <ac:spMk id="86" creationId="{A47EB404-8625-5E9C-6CEB-654340A18231}"/>
          </ac:spMkLst>
        </pc:spChg>
        <pc:spChg chg="mod">
          <ac:chgData name="Abhilash Timmapur" userId="1e547546-f052-49b0-9588-55047b64c93e" providerId="ADAL" clId="{FAF1FE2C-8F82-457B-8DA2-155A2C4EE9C0}" dt="2026-04-07T14:42:24.127" v="1348" actId="1076"/>
          <ac:spMkLst>
            <pc:docMk/>
            <pc:sldMk cId="0" sldId="260"/>
            <ac:spMk id="89" creationId="{00000000-0000-0000-0000-000000000000}"/>
          </ac:spMkLst>
        </pc:spChg>
        <pc:spChg chg="mod">
          <ac:chgData name="Abhilash Timmapur" userId="1e547546-f052-49b0-9588-55047b64c93e" providerId="ADAL" clId="{FAF1FE2C-8F82-457B-8DA2-155A2C4EE9C0}" dt="2026-04-10T08:29:37.580" v="3751" actId="1037"/>
          <ac:spMkLst>
            <pc:docMk/>
            <pc:sldMk cId="0" sldId="260"/>
            <ac:spMk id="93" creationId="{66CB1D83-6F20-5915-7A97-F6F5D9C9FF58}"/>
          </ac:spMkLst>
        </pc:spChg>
        <pc:spChg chg="add mod">
          <ac:chgData name="Abhilash Timmapur" userId="1e547546-f052-49b0-9588-55047b64c93e" providerId="ADAL" clId="{FAF1FE2C-8F82-457B-8DA2-155A2C4EE9C0}" dt="2026-04-10T09:57:36.462" v="3783" actId="404"/>
          <ac:spMkLst>
            <pc:docMk/>
            <pc:sldMk cId="0" sldId="260"/>
            <ac:spMk id="98" creationId="{E364F674-38C3-AEDE-32D1-78B0724515AF}"/>
          </ac:spMkLst>
        </pc:spChg>
        <pc:spChg chg="mod">
          <ac:chgData name="Abhilash Timmapur" userId="1e547546-f052-49b0-9588-55047b64c93e" providerId="ADAL" clId="{FAF1FE2C-8F82-457B-8DA2-155A2C4EE9C0}" dt="2026-04-08T05:34:12.618" v="2130" actId="1038"/>
          <ac:spMkLst>
            <pc:docMk/>
            <pc:sldMk cId="0" sldId="260"/>
            <ac:spMk id="102" creationId="{00000000-0000-0000-0000-000000000000}"/>
          </ac:spMkLst>
        </pc:spChg>
        <pc:spChg chg="mod">
          <ac:chgData name="Abhilash Timmapur" userId="1e547546-f052-49b0-9588-55047b64c93e" providerId="ADAL" clId="{FAF1FE2C-8F82-457B-8DA2-155A2C4EE9C0}" dt="2026-04-08T05:34:12.618" v="2130" actId="1038"/>
          <ac:spMkLst>
            <pc:docMk/>
            <pc:sldMk cId="0" sldId="260"/>
            <ac:spMk id="103" creationId="{00000000-0000-0000-0000-000000000000}"/>
          </ac:spMkLst>
        </pc:spChg>
        <pc:spChg chg="mod">
          <ac:chgData name="Abhilash Timmapur" userId="1e547546-f052-49b0-9588-55047b64c93e" providerId="ADAL" clId="{FAF1FE2C-8F82-457B-8DA2-155A2C4EE9C0}" dt="2026-04-10T08:29:22.185" v="3732" actId="1076"/>
          <ac:spMkLst>
            <pc:docMk/>
            <pc:sldMk cId="0" sldId="260"/>
            <ac:spMk id="104" creationId="{6649B44C-ABD0-F0C5-D92A-1E8C4FC09C27}"/>
          </ac:spMkLst>
        </pc:spChg>
        <pc:spChg chg="mod">
          <ac:chgData name="Abhilash Timmapur" userId="1e547546-f052-49b0-9588-55047b64c93e" providerId="ADAL" clId="{FAF1FE2C-8F82-457B-8DA2-155A2C4EE9C0}" dt="2026-04-08T04:37:34.328" v="1645" actId="1036"/>
          <ac:spMkLst>
            <pc:docMk/>
            <pc:sldMk cId="0" sldId="260"/>
            <ac:spMk id="106" creationId="{172E89DB-C30B-1C0E-A931-35C92165A67E}"/>
          </ac:spMkLst>
        </pc:spChg>
        <pc:spChg chg="add mod">
          <ac:chgData name="Abhilash Timmapur" userId="1e547546-f052-49b0-9588-55047b64c93e" providerId="ADAL" clId="{FAF1FE2C-8F82-457B-8DA2-155A2C4EE9C0}" dt="2026-04-10T09:57:55.336" v="3790" actId="404"/>
          <ac:spMkLst>
            <pc:docMk/>
            <pc:sldMk cId="0" sldId="260"/>
            <ac:spMk id="107" creationId="{6C05F716-8ECE-CBA9-40C0-2C33CC6F872D}"/>
          </ac:spMkLst>
        </pc:spChg>
        <pc:spChg chg="add mod">
          <ac:chgData name="Abhilash Timmapur" userId="1e547546-f052-49b0-9588-55047b64c93e" providerId="ADAL" clId="{FAF1FE2C-8F82-457B-8DA2-155A2C4EE9C0}" dt="2026-04-10T09:58:12.220" v="3794" actId="20577"/>
          <ac:spMkLst>
            <pc:docMk/>
            <pc:sldMk cId="0" sldId="260"/>
            <ac:spMk id="108" creationId="{6295E2AC-8198-0CEE-B60C-FA9C7438652E}"/>
          </ac:spMkLst>
        </pc:spChg>
        <pc:spChg chg="mod">
          <ac:chgData name="Abhilash Timmapur" userId="1e547546-f052-49b0-9588-55047b64c93e" providerId="ADAL" clId="{FAF1FE2C-8F82-457B-8DA2-155A2C4EE9C0}" dt="2026-04-08T04:37:34.328" v="1645" actId="1036"/>
          <ac:spMkLst>
            <pc:docMk/>
            <pc:sldMk cId="0" sldId="260"/>
            <ac:spMk id="111" creationId="{02D57005-DA4C-2394-3F39-A7680A8C4509}"/>
          </ac:spMkLst>
        </pc:spChg>
        <pc:spChg chg="mod">
          <ac:chgData name="Abhilash Timmapur" userId="1e547546-f052-49b0-9588-55047b64c93e" providerId="ADAL" clId="{FAF1FE2C-8F82-457B-8DA2-155A2C4EE9C0}" dt="2026-04-08T04:37:34.328" v="1645" actId="1036"/>
          <ac:spMkLst>
            <pc:docMk/>
            <pc:sldMk cId="0" sldId="260"/>
            <ac:spMk id="116" creationId="{75F826E6-6886-69C6-8978-EA86D95CE363}"/>
          </ac:spMkLst>
        </pc:spChg>
        <pc:spChg chg="mod">
          <ac:chgData name="Abhilash Timmapur" userId="1e547546-f052-49b0-9588-55047b64c93e" providerId="ADAL" clId="{FAF1FE2C-8F82-457B-8DA2-155A2C4EE9C0}" dt="2026-04-08T05:32:15.459" v="2051" actId="1036"/>
          <ac:spMkLst>
            <pc:docMk/>
            <pc:sldMk cId="0" sldId="260"/>
            <ac:spMk id="121" creationId="{5F08B885-B653-72B4-CCA2-DDD0073931E0}"/>
          </ac:spMkLst>
        </pc:spChg>
        <pc:spChg chg="mod">
          <ac:chgData name="Abhilash Timmapur" userId="1e547546-f052-49b0-9588-55047b64c93e" providerId="ADAL" clId="{FAF1FE2C-8F82-457B-8DA2-155A2C4EE9C0}" dt="2026-04-08T05:32:09.011" v="2034" actId="14100"/>
          <ac:spMkLst>
            <pc:docMk/>
            <pc:sldMk cId="0" sldId="260"/>
            <ac:spMk id="125" creationId="{7BF19F96-C635-586E-4DF4-1BD85F8F2DBE}"/>
          </ac:spMkLst>
        </pc:spChg>
        <pc:spChg chg="mod">
          <ac:chgData name="Abhilash Timmapur" userId="1e547546-f052-49b0-9588-55047b64c93e" providerId="ADAL" clId="{FAF1FE2C-8F82-457B-8DA2-155A2C4EE9C0}" dt="2026-04-08T04:37:34.328" v="1645" actId="1036"/>
          <ac:spMkLst>
            <pc:docMk/>
            <pc:sldMk cId="0" sldId="260"/>
            <ac:spMk id="130" creationId="{00000000-0000-0000-0000-000000000000}"/>
          </ac:spMkLst>
        </pc:spChg>
        <pc:spChg chg="mod">
          <ac:chgData name="Abhilash Timmapur" userId="1e547546-f052-49b0-9588-55047b64c93e" providerId="ADAL" clId="{FAF1FE2C-8F82-457B-8DA2-155A2C4EE9C0}" dt="2026-04-08T05:20:24.572" v="1886" actId="1076"/>
          <ac:spMkLst>
            <pc:docMk/>
            <pc:sldMk cId="0" sldId="260"/>
            <ac:spMk id="138" creationId="{00000000-0000-0000-0000-000000000000}"/>
          </ac:spMkLst>
        </pc:spChg>
        <pc:spChg chg="mod">
          <ac:chgData name="Abhilash Timmapur" userId="1e547546-f052-49b0-9588-55047b64c93e" providerId="ADAL" clId="{FAF1FE2C-8F82-457B-8DA2-155A2C4EE9C0}" dt="2026-04-08T05:20:24.572" v="1886" actId="1076"/>
          <ac:spMkLst>
            <pc:docMk/>
            <pc:sldMk cId="0" sldId="260"/>
            <ac:spMk id="139" creationId="{00000000-0000-0000-0000-000000000000}"/>
          </ac:spMkLst>
        </pc:spChg>
        <pc:spChg chg="del mod topLvl">
          <ac:chgData name="Abhilash Timmapur" userId="1e547546-f052-49b0-9588-55047b64c93e" providerId="ADAL" clId="{FAF1FE2C-8F82-457B-8DA2-155A2C4EE9C0}" dt="2026-04-10T06:19:59.673" v="3416" actId="478"/>
          <ac:spMkLst>
            <pc:docMk/>
            <pc:sldMk cId="0" sldId="260"/>
            <ac:spMk id="148" creationId="{AC0C0AFD-C630-9F5F-D9C3-0F5B946FA0C2}"/>
          </ac:spMkLst>
        </pc:spChg>
        <pc:spChg chg="mod">
          <ac:chgData name="Abhilash Timmapur" userId="1e547546-f052-49b0-9588-55047b64c93e" providerId="ADAL" clId="{FAF1FE2C-8F82-457B-8DA2-155A2C4EE9C0}" dt="2026-04-08T04:37:07.023" v="1633" actId="1076"/>
          <ac:spMkLst>
            <pc:docMk/>
            <pc:sldMk cId="0" sldId="260"/>
            <ac:spMk id="151" creationId="{5AECDCD7-4B18-F9D3-E946-F15A6AF5BF96}"/>
          </ac:spMkLst>
        </pc:spChg>
        <pc:spChg chg="mod">
          <ac:chgData name="Abhilash Timmapur" userId="1e547546-f052-49b0-9588-55047b64c93e" providerId="ADAL" clId="{FAF1FE2C-8F82-457B-8DA2-155A2C4EE9C0}" dt="2026-04-08T04:37:07.023" v="1633" actId="1076"/>
          <ac:spMkLst>
            <pc:docMk/>
            <pc:sldMk cId="0" sldId="260"/>
            <ac:spMk id="152" creationId="{3B9E754B-DACA-A479-4185-2C88F647F3D0}"/>
          </ac:spMkLst>
        </pc:spChg>
        <pc:spChg chg="mod">
          <ac:chgData name="Abhilash Timmapur" userId="1e547546-f052-49b0-9588-55047b64c93e" providerId="ADAL" clId="{FAF1FE2C-8F82-457B-8DA2-155A2C4EE9C0}" dt="2026-04-08T05:45:21.118" v="2181" actId="14100"/>
          <ac:spMkLst>
            <pc:docMk/>
            <pc:sldMk cId="0" sldId="260"/>
            <ac:spMk id="153" creationId="{326A2D3C-3563-439A-AD91-F220C48CB548}"/>
          </ac:spMkLst>
        </pc:spChg>
        <pc:spChg chg="mod">
          <ac:chgData name="Abhilash Timmapur" userId="1e547546-f052-49b0-9588-55047b64c93e" providerId="ADAL" clId="{FAF1FE2C-8F82-457B-8DA2-155A2C4EE9C0}" dt="2026-04-08T05:31:03.029" v="1997" actId="1036"/>
          <ac:spMkLst>
            <pc:docMk/>
            <pc:sldMk cId="0" sldId="260"/>
            <ac:spMk id="155" creationId="{C4AD915B-D472-2145-CEF5-6E964EB8B699}"/>
          </ac:spMkLst>
        </pc:spChg>
        <pc:spChg chg="add mod">
          <ac:chgData name="Abhilash Timmapur" userId="1e547546-f052-49b0-9588-55047b64c93e" providerId="ADAL" clId="{FAF1FE2C-8F82-457B-8DA2-155A2C4EE9C0}" dt="2026-04-08T04:40:11.845" v="1658" actId="196"/>
          <ac:spMkLst>
            <pc:docMk/>
            <pc:sldMk cId="0" sldId="260"/>
            <ac:spMk id="161" creationId="{D6CA83FD-FDF5-1B03-0AA2-F39462DBE86D}"/>
          </ac:spMkLst>
        </pc:spChg>
        <pc:spChg chg="mod">
          <ac:chgData name="Abhilash Timmapur" userId="1e547546-f052-49b0-9588-55047b64c93e" providerId="ADAL" clId="{FAF1FE2C-8F82-457B-8DA2-155A2C4EE9C0}" dt="2026-04-08T05:07:39.344" v="1843" actId="14100"/>
          <ac:spMkLst>
            <pc:docMk/>
            <pc:sldMk cId="0" sldId="260"/>
            <ac:spMk id="163" creationId="{9709C5A9-2094-FFDD-88E9-BFE5F2AE4795}"/>
          </ac:spMkLst>
        </pc:spChg>
        <pc:spChg chg="mod">
          <ac:chgData name="Abhilash Timmapur" userId="1e547546-f052-49b0-9588-55047b64c93e" providerId="ADAL" clId="{FAF1FE2C-8F82-457B-8DA2-155A2C4EE9C0}" dt="2026-04-08T05:07:50.402" v="1845" actId="1076"/>
          <ac:spMkLst>
            <pc:docMk/>
            <pc:sldMk cId="0" sldId="260"/>
            <ac:spMk id="164" creationId="{2B7ABFFE-0C61-BD10-9863-AF19940AFE0F}"/>
          </ac:spMkLst>
        </pc:spChg>
        <pc:spChg chg="mod">
          <ac:chgData name="Abhilash Timmapur" userId="1e547546-f052-49b0-9588-55047b64c93e" providerId="ADAL" clId="{FAF1FE2C-8F82-457B-8DA2-155A2C4EE9C0}" dt="2026-04-07T14:42:24.127" v="1348" actId="1076"/>
          <ac:spMkLst>
            <pc:docMk/>
            <pc:sldMk cId="0" sldId="260"/>
            <ac:spMk id="166" creationId="{7B26B3EF-9805-EA42-54CF-1FDF1E3F4885}"/>
          </ac:spMkLst>
        </pc:spChg>
        <pc:spChg chg="add mod">
          <ac:chgData name="Abhilash Timmapur" userId="1e547546-f052-49b0-9588-55047b64c93e" providerId="ADAL" clId="{FAF1FE2C-8F82-457B-8DA2-155A2C4EE9C0}" dt="2026-04-08T05:26:29.520" v="1918" actId="164"/>
          <ac:spMkLst>
            <pc:docMk/>
            <pc:sldMk cId="0" sldId="260"/>
            <ac:spMk id="170" creationId="{6476F266-ABD8-0614-3D6E-BE30F6A92FE5}"/>
          </ac:spMkLst>
        </pc:spChg>
        <pc:spChg chg="mod">
          <ac:chgData name="Abhilash Timmapur" userId="1e547546-f052-49b0-9588-55047b64c93e" providerId="ADAL" clId="{FAF1FE2C-8F82-457B-8DA2-155A2C4EE9C0}" dt="2026-04-08T05:07:54.740" v="1846" actId="14100"/>
          <ac:spMkLst>
            <pc:docMk/>
            <pc:sldMk cId="0" sldId="260"/>
            <ac:spMk id="172" creationId="{678AE899-A8EA-04AE-AD3A-877E359477D7}"/>
          </ac:spMkLst>
        </pc:spChg>
        <pc:spChg chg="mod">
          <ac:chgData name="Abhilash Timmapur" userId="1e547546-f052-49b0-9588-55047b64c93e" providerId="ADAL" clId="{FAF1FE2C-8F82-457B-8DA2-155A2C4EE9C0}" dt="2026-04-08T05:07:57.428" v="1847" actId="14100"/>
          <ac:spMkLst>
            <pc:docMk/>
            <pc:sldMk cId="0" sldId="260"/>
            <ac:spMk id="174" creationId="{1681625B-92EA-F67C-1416-B5BCA353F714}"/>
          </ac:spMkLst>
        </pc:spChg>
        <pc:spChg chg="add mod">
          <ac:chgData name="Abhilash Timmapur" userId="1e547546-f052-49b0-9588-55047b64c93e" providerId="ADAL" clId="{FAF1FE2C-8F82-457B-8DA2-155A2C4EE9C0}" dt="2026-04-09T10:37:35.915" v="3141" actId="12789"/>
          <ac:spMkLst>
            <pc:docMk/>
            <pc:sldMk cId="0" sldId="260"/>
            <ac:spMk id="179" creationId="{B1C1AFB7-83E6-F372-75CC-804B9B0C3B03}"/>
          </ac:spMkLst>
        </pc:spChg>
        <pc:spChg chg="mod">
          <ac:chgData name="Abhilash Timmapur" userId="1e547546-f052-49b0-9588-55047b64c93e" providerId="ADAL" clId="{FAF1FE2C-8F82-457B-8DA2-155A2C4EE9C0}" dt="2026-04-08T05:45:44.517" v="2184" actId="14100"/>
          <ac:spMkLst>
            <pc:docMk/>
            <pc:sldMk cId="0" sldId="260"/>
            <ac:spMk id="182" creationId="{037D9B87-4918-DEB8-DB86-B3EDA1570006}"/>
          </ac:spMkLst>
        </pc:spChg>
        <pc:spChg chg="add mod topLvl">
          <ac:chgData name="Abhilash Timmapur" userId="1e547546-f052-49b0-9588-55047b64c93e" providerId="ADAL" clId="{FAF1FE2C-8F82-457B-8DA2-155A2C4EE9C0}" dt="2026-04-10T08:29:37.580" v="3751" actId="1037"/>
          <ac:spMkLst>
            <pc:docMk/>
            <pc:sldMk cId="0" sldId="260"/>
            <ac:spMk id="183" creationId="{59F75880-1D62-0859-A373-77C373EB7580}"/>
          </ac:spMkLst>
        </pc:spChg>
        <pc:spChg chg="add mod topLvl">
          <ac:chgData name="Abhilash Timmapur" userId="1e547546-f052-49b0-9588-55047b64c93e" providerId="ADAL" clId="{FAF1FE2C-8F82-457B-8DA2-155A2C4EE9C0}" dt="2026-04-10T08:29:37.580" v="3751" actId="1037"/>
          <ac:spMkLst>
            <pc:docMk/>
            <pc:sldMk cId="0" sldId="260"/>
            <ac:spMk id="185" creationId="{6A093D27-D213-1BF7-5BF9-1FC0F8F1521A}"/>
          </ac:spMkLst>
        </pc:spChg>
        <pc:spChg chg="add mod">
          <ac:chgData name="Abhilash Timmapur" userId="1e547546-f052-49b0-9588-55047b64c93e" providerId="ADAL" clId="{FAF1FE2C-8F82-457B-8DA2-155A2C4EE9C0}" dt="2026-04-10T08:29:37.580" v="3751" actId="1037"/>
          <ac:spMkLst>
            <pc:docMk/>
            <pc:sldMk cId="0" sldId="260"/>
            <ac:spMk id="187" creationId="{623E0063-62FC-2F3C-56FC-59EA4AA374BC}"/>
          </ac:spMkLst>
        </pc:spChg>
        <pc:spChg chg="add mod">
          <ac:chgData name="Abhilash Timmapur" userId="1e547546-f052-49b0-9588-55047b64c93e" providerId="ADAL" clId="{FAF1FE2C-8F82-457B-8DA2-155A2C4EE9C0}" dt="2026-04-10T08:29:37.580" v="3751" actId="1037"/>
          <ac:spMkLst>
            <pc:docMk/>
            <pc:sldMk cId="0" sldId="260"/>
            <ac:spMk id="190" creationId="{0AE61501-D101-E600-3A21-361F6EF160BD}"/>
          </ac:spMkLst>
        </pc:spChg>
        <pc:spChg chg="add mod">
          <ac:chgData name="Abhilash Timmapur" userId="1e547546-f052-49b0-9588-55047b64c93e" providerId="ADAL" clId="{FAF1FE2C-8F82-457B-8DA2-155A2C4EE9C0}" dt="2026-04-09T10:37:35.915" v="3141" actId="12789"/>
          <ac:spMkLst>
            <pc:docMk/>
            <pc:sldMk cId="0" sldId="260"/>
            <ac:spMk id="1024" creationId="{FECB0DE5-33B6-2797-1806-2510346594BA}"/>
          </ac:spMkLst>
        </pc:spChg>
        <pc:spChg chg="mod">
          <ac:chgData name="Abhilash Timmapur" userId="1e547546-f052-49b0-9588-55047b64c93e" providerId="ADAL" clId="{FAF1FE2C-8F82-457B-8DA2-155A2C4EE9C0}" dt="2026-04-09T10:37:35.915" v="3141" actId="12789"/>
          <ac:spMkLst>
            <pc:docMk/>
            <pc:sldMk cId="0" sldId="260"/>
            <ac:spMk id="1030" creationId="{A3F653D8-5DEB-A2F5-76CF-C702895228D6}"/>
          </ac:spMkLst>
        </pc:spChg>
        <pc:spChg chg="mod">
          <ac:chgData name="Abhilash Timmapur" userId="1e547546-f052-49b0-9588-55047b64c93e" providerId="ADAL" clId="{FAF1FE2C-8F82-457B-8DA2-155A2C4EE9C0}" dt="2026-04-09T10:37:35.915" v="3141" actId="12789"/>
          <ac:spMkLst>
            <pc:docMk/>
            <pc:sldMk cId="0" sldId="260"/>
            <ac:spMk id="1031" creationId="{FEE29E07-9EB4-6A18-01BB-772009E8050E}"/>
          </ac:spMkLst>
        </pc:spChg>
        <pc:spChg chg="mod">
          <ac:chgData name="Abhilash Timmapur" userId="1e547546-f052-49b0-9588-55047b64c93e" providerId="ADAL" clId="{FAF1FE2C-8F82-457B-8DA2-155A2C4EE9C0}" dt="2026-04-09T10:37:35.915" v="3141" actId="12789"/>
          <ac:spMkLst>
            <pc:docMk/>
            <pc:sldMk cId="0" sldId="260"/>
            <ac:spMk id="1032" creationId="{E97388DA-89AA-59D1-6E85-4E92E4AF18AB}"/>
          </ac:spMkLst>
        </pc:spChg>
        <pc:spChg chg="add mod">
          <ac:chgData name="Abhilash Timmapur" userId="1e547546-f052-49b0-9588-55047b64c93e" providerId="ADAL" clId="{FAF1FE2C-8F82-457B-8DA2-155A2C4EE9C0}" dt="2026-04-10T08:29:46.188" v="3763" actId="1037"/>
          <ac:spMkLst>
            <pc:docMk/>
            <pc:sldMk cId="0" sldId="260"/>
            <ac:spMk id="1034" creationId="{B9E4EFA3-E332-C9D8-66BF-9E7904B35778}"/>
          </ac:spMkLst>
        </pc:spChg>
        <pc:spChg chg="add mod topLvl">
          <ac:chgData name="Abhilash Timmapur" userId="1e547546-f052-49b0-9588-55047b64c93e" providerId="ADAL" clId="{FAF1FE2C-8F82-457B-8DA2-155A2C4EE9C0}" dt="2026-04-10T08:29:37.580" v="3751" actId="1037"/>
          <ac:spMkLst>
            <pc:docMk/>
            <pc:sldMk cId="0" sldId="260"/>
            <ac:spMk id="1041" creationId="{CF13C51A-3A2B-2982-296C-61BF451C3024}"/>
          </ac:spMkLst>
        </pc:spChg>
        <pc:spChg chg="add mod topLvl">
          <ac:chgData name="Abhilash Timmapur" userId="1e547546-f052-49b0-9588-55047b64c93e" providerId="ADAL" clId="{FAF1FE2C-8F82-457B-8DA2-155A2C4EE9C0}" dt="2026-04-10T08:29:27.035" v="3733" actId="14100"/>
          <ac:spMkLst>
            <pc:docMk/>
            <pc:sldMk cId="0" sldId="260"/>
            <ac:spMk id="1043" creationId="{A54BCC1A-1703-CB35-E354-C919EC06B190}"/>
          </ac:spMkLst>
        </pc:spChg>
        <pc:spChg chg="mod">
          <ac:chgData name="Abhilash Timmapur" userId="1e547546-f052-49b0-9588-55047b64c93e" providerId="ADAL" clId="{FAF1FE2C-8F82-457B-8DA2-155A2C4EE9C0}" dt="2026-04-08T05:34:18.850" v="2163" actId="1038"/>
          <ac:spMkLst>
            <pc:docMk/>
            <pc:sldMk cId="0" sldId="260"/>
            <ac:spMk id="1055" creationId="{00000000-0000-0000-0000-000000000000}"/>
          </ac:spMkLst>
        </pc:spChg>
        <pc:spChg chg="mod">
          <ac:chgData name="Abhilash Timmapur" userId="1e547546-f052-49b0-9588-55047b64c93e" providerId="ADAL" clId="{FAF1FE2C-8F82-457B-8DA2-155A2C4EE9C0}" dt="2026-04-08T05:34:18.850" v="2163" actId="1038"/>
          <ac:spMkLst>
            <pc:docMk/>
            <pc:sldMk cId="0" sldId="260"/>
            <ac:spMk id="1056" creationId="{00000000-0000-0000-0000-000000000000}"/>
          </ac:spMkLst>
        </pc:spChg>
        <pc:spChg chg="add mod">
          <ac:chgData name="Abhilash Timmapur" userId="1e547546-f052-49b0-9588-55047b64c93e" providerId="ADAL" clId="{FAF1FE2C-8F82-457B-8DA2-155A2C4EE9C0}" dt="2026-04-08T05:34:18.850" v="2163" actId="1038"/>
          <ac:spMkLst>
            <pc:docMk/>
            <pc:sldMk cId="0" sldId="260"/>
            <ac:spMk id="1060" creationId="{14AB8B68-B271-DE59-F7E3-9A5D50298F5F}"/>
          </ac:spMkLst>
        </pc:spChg>
        <pc:spChg chg="add mod">
          <ac:chgData name="Abhilash Timmapur" userId="1e547546-f052-49b0-9588-55047b64c93e" providerId="ADAL" clId="{FAF1FE2C-8F82-457B-8DA2-155A2C4EE9C0}" dt="2026-04-08T05:34:18.850" v="2163" actId="1038"/>
          <ac:spMkLst>
            <pc:docMk/>
            <pc:sldMk cId="0" sldId="260"/>
            <ac:spMk id="1061" creationId="{3BA7F3C6-A131-31C5-C6C6-30297E9B645C}"/>
          </ac:spMkLst>
        </pc:spChg>
        <pc:spChg chg="mod">
          <ac:chgData name="Abhilash Timmapur" userId="1e547546-f052-49b0-9588-55047b64c93e" providerId="ADAL" clId="{FAF1FE2C-8F82-457B-8DA2-155A2C4EE9C0}" dt="2026-04-09T10:37:35.915" v="3141" actId="12789"/>
          <ac:spMkLst>
            <pc:docMk/>
            <pc:sldMk cId="0" sldId="260"/>
            <ac:spMk id="1077" creationId="{C78BC5A0-661C-5166-D598-70AACA7AA3B5}"/>
          </ac:spMkLst>
        </pc:spChg>
        <pc:spChg chg="mod">
          <ac:chgData name="Abhilash Timmapur" userId="1e547546-f052-49b0-9588-55047b64c93e" providerId="ADAL" clId="{FAF1FE2C-8F82-457B-8DA2-155A2C4EE9C0}" dt="2026-04-09T10:37:35.915" v="3141" actId="12789"/>
          <ac:spMkLst>
            <pc:docMk/>
            <pc:sldMk cId="0" sldId="260"/>
            <ac:spMk id="1078" creationId="{DC1F8321-0F89-B303-4FCB-D3A67594F130}"/>
          </ac:spMkLst>
        </pc:spChg>
        <pc:spChg chg="mod">
          <ac:chgData name="Abhilash Timmapur" userId="1e547546-f052-49b0-9588-55047b64c93e" providerId="ADAL" clId="{FAF1FE2C-8F82-457B-8DA2-155A2C4EE9C0}" dt="2026-04-09T10:37:35.915" v="3141" actId="12789"/>
          <ac:spMkLst>
            <pc:docMk/>
            <pc:sldMk cId="0" sldId="260"/>
            <ac:spMk id="1079" creationId="{9DEE6A70-EBF3-24DE-4868-A6E22F3B507E}"/>
          </ac:spMkLst>
        </pc:spChg>
        <pc:spChg chg="add del mod">
          <ac:chgData name="Abhilash Timmapur" userId="1e547546-f052-49b0-9588-55047b64c93e" providerId="ADAL" clId="{FAF1FE2C-8F82-457B-8DA2-155A2C4EE9C0}" dt="2026-04-09T10:18:50.111" v="2984" actId="21"/>
          <ac:spMkLst>
            <pc:docMk/>
            <pc:sldMk cId="0" sldId="260"/>
            <ac:spMk id="1083" creationId="{D5C31D0E-6F4F-F07D-B967-32AA6931DC75}"/>
          </ac:spMkLst>
        </pc:spChg>
        <pc:spChg chg="add del mod">
          <ac:chgData name="Abhilash Timmapur" userId="1e547546-f052-49b0-9588-55047b64c93e" providerId="ADAL" clId="{FAF1FE2C-8F82-457B-8DA2-155A2C4EE9C0}" dt="2026-04-09T10:18:45.765" v="2982" actId="21"/>
          <ac:spMkLst>
            <pc:docMk/>
            <pc:sldMk cId="0" sldId="260"/>
            <ac:spMk id="1084" creationId="{51D8A681-F67D-2DB3-D9DA-4C633713454A}"/>
          </ac:spMkLst>
        </pc:spChg>
        <pc:grpChg chg="add mod">
          <ac:chgData name="Abhilash Timmapur" userId="1e547546-f052-49b0-9588-55047b64c93e" providerId="ADAL" clId="{FAF1FE2C-8F82-457B-8DA2-155A2C4EE9C0}" dt="2026-04-10T06:20:09.892" v="3418" actId="164"/>
          <ac:grpSpMkLst>
            <pc:docMk/>
            <pc:sldMk cId="0" sldId="260"/>
            <ac:grpSpMk id="22" creationId="{438A0ABF-1FA9-2CD6-FA4B-BBD4C51C612C}"/>
          </ac:grpSpMkLst>
        </pc:grpChg>
        <pc:grpChg chg="add mod">
          <ac:chgData name="Abhilash Timmapur" userId="1e547546-f052-49b0-9588-55047b64c93e" providerId="ADAL" clId="{FAF1FE2C-8F82-457B-8DA2-155A2C4EE9C0}" dt="2026-04-07T14:45:01.244" v="1435" actId="1076"/>
          <ac:grpSpMkLst>
            <pc:docMk/>
            <pc:sldMk cId="0" sldId="260"/>
            <ac:grpSpMk id="31" creationId="{E3F353DD-80E0-F3E0-11C0-5E016F51B8E6}"/>
          </ac:grpSpMkLst>
        </pc:grpChg>
        <pc:grpChg chg="add mod">
          <ac:chgData name="Abhilash Timmapur" userId="1e547546-f052-49b0-9588-55047b64c93e" providerId="ADAL" clId="{FAF1FE2C-8F82-457B-8DA2-155A2C4EE9C0}" dt="2026-04-09T10:36:10.331" v="3121" actId="1038"/>
          <ac:grpSpMkLst>
            <pc:docMk/>
            <pc:sldMk cId="0" sldId="260"/>
            <ac:grpSpMk id="54" creationId="{B394F681-C9A9-0931-2B3C-550956E6C1CD}"/>
          </ac:grpSpMkLst>
        </pc:grpChg>
        <pc:grpChg chg="add mod">
          <ac:chgData name="Abhilash Timmapur" userId="1e547546-f052-49b0-9588-55047b64c93e" providerId="ADAL" clId="{FAF1FE2C-8F82-457B-8DA2-155A2C4EE9C0}" dt="2026-04-10T08:26:10.196" v="3695" actId="1076"/>
          <ac:grpSpMkLst>
            <pc:docMk/>
            <pc:sldMk cId="0" sldId="260"/>
            <ac:grpSpMk id="88" creationId="{80752E31-8608-0361-2268-76FFD0CB438C}"/>
          </ac:grpSpMkLst>
        </pc:grpChg>
        <pc:grpChg chg="add mod">
          <ac:chgData name="Abhilash Timmapur" userId="1e547546-f052-49b0-9588-55047b64c93e" providerId="ADAL" clId="{FAF1FE2C-8F82-457B-8DA2-155A2C4EE9C0}" dt="2026-04-10T08:29:22.185" v="3732" actId="1076"/>
          <ac:grpSpMkLst>
            <pc:docMk/>
            <pc:sldMk cId="0" sldId="260"/>
            <ac:grpSpMk id="99" creationId="{9BC66ECE-D8FC-28D1-B569-0E0EBC6FB61C}"/>
          </ac:grpSpMkLst>
        </pc:grpChg>
        <pc:grpChg chg="mod">
          <ac:chgData name="Abhilash Timmapur" userId="1e547546-f052-49b0-9588-55047b64c93e" providerId="ADAL" clId="{FAF1FE2C-8F82-457B-8DA2-155A2C4EE9C0}" dt="2026-04-08T05:20:24.572" v="1886" actId="1076"/>
          <ac:grpSpMkLst>
            <pc:docMk/>
            <pc:sldMk cId="0" sldId="260"/>
            <ac:grpSpMk id="100" creationId="{F09E35E7-FFD7-7388-F9BD-35A611F5EB24}"/>
          </ac:grpSpMkLst>
        </pc:grpChg>
        <pc:grpChg chg="mod">
          <ac:chgData name="Abhilash Timmapur" userId="1e547546-f052-49b0-9588-55047b64c93e" providerId="ADAL" clId="{FAF1FE2C-8F82-457B-8DA2-155A2C4EE9C0}" dt="2026-04-08T05:34:12.618" v="2130" actId="1038"/>
          <ac:grpSpMkLst>
            <pc:docMk/>
            <pc:sldMk cId="0" sldId="260"/>
            <ac:grpSpMk id="114" creationId="{6BB1FE17-8C26-3F4A-2734-9FB66FFA9203}"/>
          </ac:grpSpMkLst>
        </pc:grpChg>
        <pc:grpChg chg="mod">
          <ac:chgData name="Abhilash Timmapur" userId="1e547546-f052-49b0-9588-55047b64c93e" providerId="ADAL" clId="{FAF1FE2C-8F82-457B-8DA2-155A2C4EE9C0}" dt="2026-04-08T04:50:11.551" v="1764" actId="1076"/>
          <ac:grpSpMkLst>
            <pc:docMk/>
            <pc:sldMk cId="0" sldId="260"/>
            <ac:grpSpMk id="128" creationId="{CEB5FB64-64A9-7A3E-5CEB-479EB1960581}"/>
          </ac:grpSpMkLst>
        </pc:grpChg>
        <pc:grpChg chg="add del mod">
          <ac:chgData name="Abhilash Timmapur" userId="1e547546-f052-49b0-9588-55047b64c93e" providerId="ADAL" clId="{FAF1FE2C-8F82-457B-8DA2-155A2C4EE9C0}" dt="2026-04-10T06:19:59.673" v="3416" actId="478"/>
          <ac:grpSpMkLst>
            <pc:docMk/>
            <pc:sldMk cId="0" sldId="260"/>
            <ac:grpSpMk id="147" creationId="{3B82A9F8-244D-A049-38DD-60FD578B920C}"/>
          </ac:grpSpMkLst>
        </pc:grpChg>
        <pc:grpChg chg="add mod">
          <ac:chgData name="Abhilash Timmapur" userId="1e547546-f052-49b0-9588-55047b64c93e" providerId="ADAL" clId="{FAF1FE2C-8F82-457B-8DA2-155A2C4EE9C0}" dt="2026-04-08T04:37:07.023" v="1633" actId="1076"/>
          <ac:grpSpMkLst>
            <pc:docMk/>
            <pc:sldMk cId="0" sldId="260"/>
            <ac:grpSpMk id="150" creationId="{2F223681-ABB3-884B-066F-BA12926549AE}"/>
          </ac:grpSpMkLst>
        </pc:grpChg>
        <pc:grpChg chg="add mod">
          <ac:chgData name="Abhilash Timmapur" userId="1e547546-f052-49b0-9588-55047b64c93e" providerId="ADAL" clId="{FAF1FE2C-8F82-457B-8DA2-155A2C4EE9C0}" dt="2026-04-09T10:35:54.547" v="3114" actId="1076"/>
          <ac:grpSpMkLst>
            <pc:docMk/>
            <pc:sldMk cId="0" sldId="260"/>
            <ac:grpSpMk id="1025" creationId="{8E6F3933-367D-18C1-5BE6-522E7180A50C}"/>
          </ac:grpSpMkLst>
        </pc:grpChg>
        <pc:grpChg chg="add mod">
          <ac:chgData name="Abhilash Timmapur" userId="1e547546-f052-49b0-9588-55047b64c93e" providerId="ADAL" clId="{FAF1FE2C-8F82-457B-8DA2-155A2C4EE9C0}" dt="2026-04-09T10:35:51.331" v="3113" actId="1076"/>
          <ac:grpSpMkLst>
            <pc:docMk/>
            <pc:sldMk cId="0" sldId="260"/>
            <ac:grpSpMk id="1027" creationId="{175E1DFE-24AD-755A-9CE1-08D40B163DC7}"/>
          </ac:grpSpMkLst>
        </pc:grpChg>
        <pc:grpChg chg="add mod">
          <ac:chgData name="Abhilash Timmapur" userId="1e547546-f052-49b0-9588-55047b64c93e" providerId="ADAL" clId="{FAF1FE2C-8F82-457B-8DA2-155A2C4EE9C0}" dt="2026-04-08T11:31:46.487" v="2929" actId="1076"/>
          <ac:grpSpMkLst>
            <pc:docMk/>
            <pc:sldMk cId="0" sldId="260"/>
            <ac:grpSpMk id="1029" creationId="{251AFADD-0669-6B9D-7C32-EC2CEB3F0332}"/>
          </ac:grpSpMkLst>
        </pc:grpChg>
        <pc:grpChg chg="add mod">
          <ac:chgData name="Abhilash Timmapur" userId="1e547546-f052-49b0-9588-55047b64c93e" providerId="ADAL" clId="{FAF1FE2C-8F82-457B-8DA2-155A2C4EE9C0}" dt="2026-04-08T11:31:39.450" v="2926" actId="1076"/>
          <ac:grpSpMkLst>
            <pc:docMk/>
            <pc:sldMk cId="0" sldId="260"/>
            <ac:grpSpMk id="1035" creationId="{72689141-BAA3-19BD-1649-4A0445A00826}"/>
          </ac:grpSpMkLst>
        </pc:grpChg>
        <pc:grpChg chg="add mod">
          <ac:chgData name="Abhilash Timmapur" userId="1e547546-f052-49b0-9588-55047b64c93e" providerId="ADAL" clId="{FAF1FE2C-8F82-457B-8DA2-155A2C4EE9C0}" dt="2026-04-10T08:29:46.188" v="3763" actId="1037"/>
          <ac:grpSpMkLst>
            <pc:docMk/>
            <pc:sldMk cId="0" sldId="260"/>
            <ac:grpSpMk id="1036" creationId="{258F159F-CAD1-BE46-A34C-22981075673A}"/>
          </ac:grpSpMkLst>
        </pc:grpChg>
        <pc:grpChg chg="add mod">
          <ac:chgData name="Abhilash Timmapur" userId="1e547546-f052-49b0-9588-55047b64c93e" providerId="ADAL" clId="{FAF1FE2C-8F82-457B-8DA2-155A2C4EE9C0}" dt="2026-04-08T11:31:25.099" v="2920" actId="1076"/>
          <ac:grpSpMkLst>
            <pc:docMk/>
            <pc:sldMk cId="0" sldId="260"/>
            <ac:grpSpMk id="1037" creationId="{A02FB502-03C2-51A3-4330-B7448AB850E7}"/>
          </ac:grpSpMkLst>
        </pc:grpChg>
        <pc:grpChg chg="add mod">
          <ac:chgData name="Abhilash Timmapur" userId="1e547546-f052-49b0-9588-55047b64c93e" providerId="ADAL" clId="{FAF1FE2C-8F82-457B-8DA2-155A2C4EE9C0}" dt="2026-04-08T05:34:18.850" v="2163" actId="1038"/>
          <ac:grpSpMkLst>
            <pc:docMk/>
            <pc:sldMk cId="0" sldId="260"/>
            <ac:grpSpMk id="1054" creationId="{7A934912-BE5C-FFA3-5344-9F8E24CBAA26}"/>
          </ac:grpSpMkLst>
        </pc:grpChg>
        <pc:grpChg chg="add mod">
          <ac:chgData name="Abhilash Timmapur" userId="1e547546-f052-49b0-9588-55047b64c93e" providerId="ADAL" clId="{FAF1FE2C-8F82-457B-8DA2-155A2C4EE9C0}" dt="2026-04-08T05:34:18.850" v="2163" actId="1038"/>
          <ac:grpSpMkLst>
            <pc:docMk/>
            <pc:sldMk cId="0" sldId="260"/>
            <ac:grpSpMk id="1062" creationId="{D86316D7-6635-AB10-DD57-5B4E6485274E}"/>
          </ac:grpSpMkLst>
        </pc:grpChg>
        <pc:grpChg chg="add mod">
          <ac:chgData name="Abhilash Timmapur" userId="1e547546-f052-49b0-9588-55047b64c93e" providerId="ADAL" clId="{FAF1FE2C-8F82-457B-8DA2-155A2C4EE9C0}" dt="2026-04-09T10:36:16.857" v="3130" actId="1038"/>
          <ac:grpSpMkLst>
            <pc:docMk/>
            <pc:sldMk cId="0" sldId="260"/>
            <ac:grpSpMk id="1076" creationId="{0F0A244F-4D74-2A5C-EF70-CE04F928D26A}"/>
          </ac:grpSpMkLst>
        </pc:grpChg>
        <pc:grpChg chg="add mod">
          <ac:chgData name="Abhilash Timmapur" userId="1e547546-f052-49b0-9588-55047b64c93e" providerId="ADAL" clId="{FAF1FE2C-8F82-457B-8DA2-155A2C4EE9C0}" dt="2026-04-08T11:31:41.628" v="2927" actId="1076"/>
          <ac:grpSpMkLst>
            <pc:docMk/>
            <pc:sldMk cId="0" sldId="260"/>
            <ac:grpSpMk id="1080" creationId="{7B3C29D7-5ADC-FDE1-7F30-919F7179B19D}"/>
          </ac:grpSpMkLst>
        </pc:grpChg>
        <pc:grpChg chg="add mod">
          <ac:chgData name="Abhilash Timmapur" userId="1e547546-f052-49b0-9588-55047b64c93e" providerId="ADAL" clId="{FAF1FE2C-8F82-457B-8DA2-155A2C4EE9C0}" dt="2026-04-08T11:31:27.501" v="2921" actId="1076"/>
          <ac:grpSpMkLst>
            <pc:docMk/>
            <pc:sldMk cId="0" sldId="260"/>
            <ac:grpSpMk id="1081" creationId="{9A722993-356A-863C-7E7A-2216D7E5F75F}"/>
          </ac:grpSpMkLst>
        </pc:grpChg>
        <pc:grpChg chg="add mod">
          <ac:chgData name="Abhilash Timmapur" userId="1e547546-f052-49b0-9588-55047b64c93e" providerId="ADAL" clId="{FAF1FE2C-8F82-457B-8DA2-155A2C4EE9C0}" dt="2026-04-08T11:31:36.980" v="2925" actId="1076"/>
          <ac:grpSpMkLst>
            <pc:docMk/>
            <pc:sldMk cId="0" sldId="260"/>
            <ac:grpSpMk id="1082" creationId="{77AC678B-1DA5-723F-A131-D51E6D689833}"/>
          </ac:grpSpMkLst>
        </pc:grpChg>
        <pc:picChg chg="add del mod">
          <ac:chgData name="Abhilash Timmapur" userId="1e547546-f052-49b0-9588-55047b64c93e" providerId="ADAL" clId="{FAF1FE2C-8F82-457B-8DA2-155A2C4EE9C0}" dt="2026-04-09T10:33:01.069" v="3032" actId="478"/>
          <ac:picMkLst>
            <pc:docMk/>
            <pc:sldMk cId="0" sldId="260"/>
            <ac:picMk id="22" creationId="{64AB2C10-872F-20D0-A972-FEE5D658AC94}"/>
          </ac:picMkLst>
        </pc:picChg>
        <pc:picChg chg="add mod">
          <ac:chgData name="Abhilash Timmapur" userId="1e547546-f052-49b0-9588-55047b64c93e" providerId="ADAL" clId="{FAF1FE2C-8F82-457B-8DA2-155A2C4EE9C0}" dt="2026-04-09T10:36:10.331" v="3121" actId="1038"/>
          <ac:picMkLst>
            <pc:docMk/>
            <pc:sldMk cId="0" sldId="260"/>
            <ac:picMk id="46" creationId="{1AAF0967-4D62-AB4F-88DC-0B69F60B6325}"/>
          </ac:picMkLst>
        </pc:picChg>
        <pc:picChg chg="mod">
          <ac:chgData name="Abhilash Timmapur" userId="1e547546-f052-49b0-9588-55047b64c93e" providerId="ADAL" clId="{FAF1FE2C-8F82-457B-8DA2-155A2C4EE9C0}" dt="2026-04-07T14:47:54.566" v="1493" actId="12788"/>
          <ac:picMkLst>
            <pc:docMk/>
            <pc:sldMk cId="0" sldId="260"/>
            <ac:picMk id="50" creationId="{41506A10-3912-7468-1C07-8C8870B4331B}"/>
          </ac:picMkLst>
        </pc:picChg>
        <pc:picChg chg="add del mod">
          <ac:chgData name="Abhilash Timmapur" userId="1e547546-f052-49b0-9588-55047b64c93e" providerId="ADAL" clId="{FAF1FE2C-8F82-457B-8DA2-155A2C4EE9C0}" dt="2026-04-10T08:23:57.412" v="3655" actId="21"/>
          <ac:picMkLst>
            <pc:docMk/>
            <pc:sldMk cId="0" sldId="260"/>
            <ac:picMk id="69" creationId="{E06BC9B3-D448-2F25-F98D-0874C694A08C}"/>
          </ac:picMkLst>
        </pc:picChg>
        <pc:picChg chg="mod">
          <ac:chgData name="Abhilash Timmapur" userId="1e547546-f052-49b0-9588-55047b64c93e" providerId="ADAL" clId="{FAF1FE2C-8F82-457B-8DA2-155A2C4EE9C0}" dt="2026-04-10T08:29:37.580" v="3751" actId="1037"/>
          <ac:picMkLst>
            <pc:docMk/>
            <pc:sldMk cId="0" sldId="260"/>
            <ac:picMk id="90" creationId="{AB7227A7-1B64-812E-2B07-51B58674F284}"/>
          </ac:picMkLst>
        </pc:picChg>
        <pc:picChg chg="add del mod">
          <ac:chgData name="Abhilash Timmapur" userId="1e547546-f052-49b0-9588-55047b64c93e" providerId="ADAL" clId="{FAF1FE2C-8F82-457B-8DA2-155A2C4EE9C0}" dt="2026-04-10T08:29:01.145" v="3728" actId="478"/>
          <ac:picMkLst>
            <pc:docMk/>
            <pc:sldMk cId="0" sldId="260"/>
            <ac:picMk id="98" creationId="{36BA4443-8011-12F9-C1BE-77E1305FF7B7}"/>
          </ac:picMkLst>
        </pc:picChg>
        <pc:picChg chg="mod">
          <ac:chgData name="Abhilash Timmapur" userId="1e547546-f052-49b0-9588-55047b64c93e" providerId="ADAL" clId="{FAF1FE2C-8F82-457B-8DA2-155A2C4EE9C0}" dt="2026-04-10T08:29:22.185" v="3732" actId="1076"/>
          <ac:picMkLst>
            <pc:docMk/>
            <pc:sldMk cId="0" sldId="260"/>
            <ac:picMk id="101" creationId="{2962F43A-DB68-7721-2477-8E1B4B4A2D85}"/>
          </ac:picMkLst>
        </pc:picChg>
        <pc:picChg chg="mod">
          <ac:chgData name="Abhilash Timmapur" userId="1e547546-f052-49b0-9588-55047b64c93e" providerId="ADAL" clId="{FAF1FE2C-8F82-457B-8DA2-155A2C4EE9C0}" dt="2026-04-08T04:37:34.328" v="1645" actId="1036"/>
          <ac:picMkLst>
            <pc:docMk/>
            <pc:sldMk cId="0" sldId="260"/>
            <ac:picMk id="110" creationId="{45CD552D-278E-322B-F75D-8F070E77D22A}"/>
          </ac:picMkLst>
        </pc:picChg>
        <pc:picChg chg="mod">
          <ac:chgData name="Abhilash Timmapur" userId="1e547546-f052-49b0-9588-55047b64c93e" providerId="ADAL" clId="{FAF1FE2C-8F82-457B-8DA2-155A2C4EE9C0}" dt="2026-04-08T04:37:34.328" v="1645" actId="1036"/>
          <ac:picMkLst>
            <pc:docMk/>
            <pc:sldMk cId="0" sldId="260"/>
            <ac:picMk id="120" creationId="{B08A9853-00DC-9A17-9BFB-FD05DF7B726E}"/>
          </ac:picMkLst>
        </pc:picChg>
        <pc:picChg chg="mod topLvl">
          <ac:chgData name="Abhilash Timmapur" userId="1e547546-f052-49b0-9588-55047b64c93e" providerId="ADAL" clId="{FAF1FE2C-8F82-457B-8DA2-155A2C4EE9C0}" dt="2026-04-10T06:20:09.892" v="3418" actId="164"/>
          <ac:picMkLst>
            <pc:docMk/>
            <pc:sldMk cId="0" sldId="260"/>
            <ac:picMk id="149" creationId="{6DB864AB-E03D-0BB0-6C9D-87A25BCEADB2}"/>
          </ac:picMkLst>
        </pc:picChg>
        <pc:picChg chg="mod">
          <ac:chgData name="Abhilash Timmapur" userId="1e547546-f052-49b0-9588-55047b64c93e" providerId="ADAL" clId="{FAF1FE2C-8F82-457B-8DA2-155A2C4EE9C0}" dt="2026-04-08T04:37:07.023" v="1633" actId="1076"/>
          <ac:picMkLst>
            <pc:docMk/>
            <pc:sldMk cId="0" sldId="260"/>
            <ac:picMk id="154" creationId="{B66D2D5B-C7E8-9A64-6E42-D393758F51FD}"/>
          </ac:picMkLst>
        </pc:picChg>
        <pc:picChg chg="add mod">
          <ac:chgData name="Abhilash Timmapur" userId="1e547546-f052-49b0-9588-55047b64c93e" providerId="ADAL" clId="{FAF1FE2C-8F82-457B-8DA2-155A2C4EE9C0}" dt="2026-04-08T04:49:13.003" v="1759" actId="1076"/>
          <ac:picMkLst>
            <pc:docMk/>
            <pc:sldMk cId="0" sldId="260"/>
            <ac:picMk id="180" creationId="{960E96E4-3501-2780-69E2-15363BC9008B}"/>
          </ac:picMkLst>
        </pc:picChg>
        <pc:picChg chg="mod">
          <ac:chgData name="Abhilash Timmapur" userId="1e547546-f052-49b0-9588-55047b64c93e" providerId="ADAL" clId="{FAF1FE2C-8F82-457B-8DA2-155A2C4EE9C0}" dt="2026-04-10T08:29:37.580" v="3751" actId="1037"/>
          <ac:picMkLst>
            <pc:docMk/>
            <pc:sldMk cId="0" sldId="260"/>
            <ac:picMk id="181" creationId="{6819593E-393C-D7B6-94F7-9D4DC311FB34}"/>
          </ac:picMkLst>
        </pc:picChg>
        <pc:picChg chg="add mod">
          <ac:chgData name="Abhilash Timmapur" userId="1e547546-f052-49b0-9588-55047b64c93e" providerId="ADAL" clId="{FAF1FE2C-8F82-457B-8DA2-155A2C4EE9C0}" dt="2026-04-10T08:29:37.580" v="3751" actId="1037"/>
          <ac:picMkLst>
            <pc:docMk/>
            <pc:sldMk cId="0" sldId="260"/>
            <ac:picMk id="186" creationId="{BD678C11-D8C0-8C75-B752-18E3C2FA6D4C}"/>
          </ac:picMkLst>
        </pc:picChg>
        <pc:picChg chg="add mod">
          <ac:chgData name="Abhilash Timmapur" userId="1e547546-f052-49b0-9588-55047b64c93e" providerId="ADAL" clId="{FAF1FE2C-8F82-457B-8DA2-155A2C4EE9C0}" dt="2026-04-10T08:29:37.580" v="3751" actId="1037"/>
          <ac:picMkLst>
            <pc:docMk/>
            <pc:sldMk cId="0" sldId="260"/>
            <ac:picMk id="188" creationId="{739036E7-1D24-2B73-5079-AEE5537A273C}"/>
          </ac:picMkLst>
        </pc:picChg>
        <pc:picChg chg="add mod">
          <ac:chgData name="Abhilash Timmapur" userId="1e547546-f052-49b0-9588-55047b64c93e" providerId="ADAL" clId="{FAF1FE2C-8F82-457B-8DA2-155A2C4EE9C0}" dt="2026-04-08T04:57:28.193" v="1833" actId="164"/>
          <ac:picMkLst>
            <pc:docMk/>
            <pc:sldMk cId="0" sldId="260"/>
            <ac:picMk id="189" creationId="{07C330DA-EF91-5DB7-1B76-1CC982C7D0F0}"/>
          </ac:picMkLst>
        </pc:picChg>
        <pc:picChg chg="mod">
          <ac:chgData name="Abhilash Timmapur" userId="1e547546-f052-49b0-9588-55047b64c93e" providerId="ADAL" clId="{FAF1FE2C-8F82-457B-8DA2-155A2C4EE9C0}" dt="2026-04-09T10:35:54.547" v="3114" actId="1076"/>
          <ac:picMkLst>
            <pc:docMk/>
            <pc:sldMk cId="0" sldId="260"/>
            <ac:picMk id="191" creationId="{2F924CA4-A3E9-532E-CDDD-B733E004532F}"/>
          </ac:picMkLst>
        </pc:picChg>
        <pc:picChg chg="add del mod">
          <ac:chgData name="Abhilash Timmapur" userId="1e547546-f052-49b0-9588-55047b64c93e" providerId="ADAL" clId="{FAF1FE2C-8F82-457B-8DA2-155A2C4EE9C0}" dt="2026-04-09T10:33:01.069" v="3032" actId="478"/>
          <ac:picMkLst>
            <pc:docMk/>
            <pc:sldMk cId="0" sldId="260"/>
            <ac:picMk id="1028" creationId="{D8E51ECA-C2B8-0728-6DAA-529ECB559335}"/>
          </ac:picMkLst>
        </pc:picChg>
        <pc:picChg chg="add mod">
          <ac:chgData name="Abhilash Timmapur" userId="1e547546-f052-49b0-9588-55047b64c93e" providerId="ADAL" clId="{FAF1FE2C-8F82-457B-8DA2-155A2C4EE9C0}" dt="2026-04-10T08:29:46.188" v="3763" actId="1037"/>
          <ac:picMkLst>
            <pc:docMk/>
            <pc:sldMk cId="0" sldId="260"/>
            <ac:picMk id="1033" creationId="{7C845E5F-81F1-ECF0-5496-BBA2FBD269E5}"/>
          </ac:picMkLst>
        </pc:picChg>
        <pc:picChg chg="mod">
          <ac:chgData name="Abhilash Timmapur" userId="1e547546-f052-49b0-9588-55047b64c93e" providerId="ADAL" clId="{FAF1FE2C-8F82-457B-8DA2-155A2C4EE9C0}" dt="2026-04-08T05:34:18.850" v="2163" actId="1038"/>
          <ac:picMkLst>
            <pc:docMk/>
            <pc:sldMk cId="0" sldId="260"/>
            <ac:picMk id="1057" creationId="{205E4EE6-EED7-2D96-8EB5-FCF8FC60193A}"/>
          </ac:picMkLst>
        </pc:picChg>
        <pc:picChg chg="add mod">
          <ac:chgData name="Abhilash Timmapur" userId="1e547546-f052-49b0-9588-55047b64c93e" providerId="ADAL" clId="{FAF1FE2C-8F82-457B-8DA2-155A2C4EE9C0}" dt="2026-04-08T05:34:18.850" v="2163" actId="1038"/>
          <ac:picMkLst>
            <pc:docMk/>
            <pc:sldMk cId="0" sldId="260"/>
            <ac:picMk id="1059" creationId="{29A133AE-09A2-7C60-4EDC-9ABBA40E4F85}"/>
          </ac:picMkLst>
        </pc:picChg>
        <pc:picChg chg="add mod">
          <ac:chgData name="Abhilash Timmapur" userId="1e547546-f052-49b0-9588-55047b64c93e" providerId="ADAL" clId="{FAF1FE2C-8F82-457B-8DA2-155A2C4EE9C0}" dt="2026-04-08T11:31:41.628" v="2927" actId="1076"/>
          <ac:picMkLst>
            <pc:docMk/>
            <pc:sldMk cId="0" sldId="260"/>
            <ac:picMk id="2050" creationId="{DEA08270-BC6E-6635-27A3-46180922ABD4}"/>
          </ac:picMkLst>
        </pc:picChg>
        <pc:picChg chg="mod">
          <ac:chgData name="Abhilash Timmapur" userId="1e547546-f052-49b0-9588-55047b64c93e" providerId="ADAL" clId="{FAF1FE2C-8F82-457B-8DA2-155A2C4EE9C0}" dt="2026-04-08T05:34:12.618" v="2130" actId="1038"/>
          <ac:picMkLst>
            <pc:docMk/>
            <pc:sldMk cId="0" sldId="260"/>
            <ac:picMk id="2054" creationId="{AEE8D28D-5E0A-4AB9-8BE2-DB89E2BA6052}"/>
          </ac:picMkLst>
        </pc:picChg>
        <pc:picChg chg="mod">
          <ac:chgData name="Abhilash Timmapur" userId="1e547546-f052-49b0-9588-55047b64c93e" providerId="ADAL" clId="{FAF1FE2C-8F82-457B-8DA2-155A2C4EE9C0}" dt="2026-04-08T05:20:24.572" v="1886" actId="1076"/>
          <ac:picMkLst>
            <pc:docMk/>
            <pc:sldMk cId="0" sldId="260"/>
            <ac:picMk id="2064" creationId="{AD3A619B-70CA-FB9E-07F1-1A37076CF8B0}"/>
          </ac:picMkLst>
        </pc:picChg>
        <pc:cxnChg chg="add mod">
          <ac:chgData name="Abhilash Timmapur" userId="1e547546-f052-49b0-9588-55047b64c93e" providerId="ADAL" clId="{FAF1FE2C-8F82-457B-8DA2-155A2C4EE9C0}" dt="2026-04-07T14:48:11.870" v="1496" actId="14100"/>
          <ac:cxnSpMkLst>
            <pc:docMk/>
            <pc:sldMk cId="0" sldId="260"/>
            <ac:cxnSpMk id="55" creationId="{23B0C1E7-42C1-489C-B5BC-159142186AC0}"/>
          </ac:cxnSpMkLst>
        </pc:cxnChg>
        <pc:cxnChg chg="mod">
          <ac:chgData name="Abhilash Timmapur" userId="1e547546-f052-49b0-9588-55047b64c93e" providerId="ADAL" clId="{FAF1FE2C-8F82-457B-8DA2-155A2C4EE9C0}" dt="2026-04-08T05:34:12.618" v="2130" actId="1038"/>
          <ac:cxnSpMkLst>
            <pc:docMk/>
            <pc:sldMk cId="0" sldId="260"/>
            <ac:cxnSpMk id="97" creationId="{65DB7590-73DF-0FD5-39D2-AC9FD85658B3}"/>
          </ac:cxnSpMkLst>
        </pc:cxnChg>
        <pc:cxnChg chg="mod">
          <ac:chgData name="Abhilash Timmapur" userId="1e547546-f052-49b0-9588-55047b64c93e" providerId="ADAL" clId="{FAF1FE2C-8F82-457B-8DA2-155A2C4EE9C0}" dt="2026-04-08T04:50:11.551" v="1764" actId="1076"/>
          <ac:cxnSpMkLst>
            <pc:docMk/>
            <pc:sldMk cId="0" sldId="260"/>
            <ac:cxnSpMk id="144" creationId="{A3CCAB4C-D967-5CE6-A9B4-5FB9131119EE}"/>
          </ac:cxnSpMkLst>
        </pc:cxnChg>
        <pc:cxnChg chg="add mod">
          <ac:chgData name="Abhilash Timmapur" userId="1e547546-f052-49b0-9588-55047b64c93e" providerId="ADAL" clId="{FAF1FE2C-8F82-457B-8DA2-155A2C4EE9C0}" dt="2026-04-10T06:20:47.664" v="3424" actId="14100"/>
          <ac:cxnSpMkLst>
            <pc:docMk/>
            <pc:sldMk cId="0" sldId="260"/>
            <ac:cxnSpMk id="156" creationId="{286FE98F-CD79-2B2F-BCD8-083557C41F97}"/>
          </ac:cxnSpMkLst>
        </pc:cxnChg>
        <pc:cxnChg chg="add mod">
          <ac:chgData name="Abhilash Timmapur" userId="1e547546-f052-49b0-9588-55047b64c93e" providerId="ADAL" clId="{FAF1FE2C-8F82-457B-8DA2-155A2C4EE9C0}" dt="2026-04-08T04:40:45.355" v="1662" actId="14100"/>
          <ac:cxnSpMkLst>
            <pc:docMk/>
            <pc:sldMk cId="0" sldId="260"/>
            <ac:cxnSpMk id="165" creationId="{498F3EC6-FD50-30DD-E309-53C747AF3D98}"/>
          </ac:cxnSpMkLst>
        </pc:cxnChg>
        <pc:cxnChg chg="mod">
          <ac:chgData name="Abhilash Timmapur" userId="1e547546-f052-49b0-9588-55047b64c93e" providerId="ADAL" clId="{FAF1FE2C-8F82-457B-8DA2-155A2C4EE9C0}" dt="2026-04-08T05:34:53.837" v="2167" actId="14100"/>
          <ac:cxnSpMkLst>
            <pc:docMk/>
            <pc:sldMk cId="0" sldId="260"/>
            <ac:cxnSpMk id="167" creationId="{DA269838-4183-F4D5-1533-24507F95DA31}"/>
          </ac:cxnSpMkLst>
        </pc:cxnChg>
        <pc:cxnChg chg="add mod">
          <ac:chgData name="Abhilash Timmapur" userId="1e547546-f052-49b0-9588-55047b64c93e" providerId="ADAL" clId="{FAF1FE2C-8F82-457B-8DA2-155A2C4EE9C0}" dt="2026-04-08T05:31:11.258" v="1999" actId="14100"/>
          <ac:cxnSpMkLst>
            <pc:docMk/>
            <pc:sldMk cId="0" sldId="260"/>
            <ac:cxnSpMk id="1045" creationId="{9ED331BD-0ECC-7B96-8688-5C18CCF7F54C}"/>
          </ac:cxnSpMkLst>
        </pc:cxnChg>
        <pc:cxnChg chg="add mod">
          <ac:chgData name="Abhilash Timmapur" userId="1e547546-f052-49b0-9588-55047b64c93e" providerId="ADAL" clId="{FAF1FE2C-8F82-457B-8DA2-155A2C4EE9C0}" dt="2026-04-08T05:31:23.413" v="2001" actId="1076"/>
          <ac:cxnSpMkLst>
            <pc:docMk/>
            <pc:sldMk cId="0" sldId="260"/>
            <ac:cxnSpMk id="1049" creationId="{E9C5E5DA-7C50-3D80-A500-8DDA3391C810}"/>
          </ac:cxnSpMkLst>
        </pc:cxnChg>
      </pc:sldChg>
      <pc:sldChg chg="addSp modSp mod ord">
        <pc:chgData name="Abhilash Timmapur" userId="1e547546-f052-49b0-9588-55047b64c93e" providerId="ADAL" clId="{FAF1FE2C-8F82-457B-8DA2-155A2C4EE9C0}" dt="2026-04-08T11:43:48.033" v="2977" actId="113"/>
        <pc:sldMkLst>
          <pc:docMk/>
          <pc:sldMk cId="3088048594" sldId="264"/>
        </pc:sldMkLst>
        <pc:spChg chg="mod">
          <ac:chgData name="Abhilash Timmapur" userId="1e547546-f052-49b0-9588-55047b64c93e" providerId="ADAL" clId="{FAF1FE2C-8F82-457B-8DA2-155A2C4EE9C0}" dt="2026-04-07T14:34:42.125" v="1323" actId="20577"/>
          <ac:spMkLst>
            <pc:docMk/>
            <pc:sldMk cId="3088048594" sldId="264"/>
            <ac:spMk id="6" creationId="{E388026A-8250-3DC5-9226-87E69A8735F2}"/>
          </ac:spMkLst>
        </pc:spChg>
        <pc:spChg chg="mod">
          <ac:chgData name="Abhilash Timmapur" userId="1e547546-f052-49b0-9588-55047b64c93e" providerId="ADAL" clId="{FAF1FE2C-8F82-457B-8DA2-155A2C4EE9C0}" dt="2026-04-08T11:43:48.033" v="2977" actId="113"/>
          <ac:spMkLst>
            <pc:docMk/>
            <pc:sldMk cId="3088048594" sldId="264"/>
            <ac:spMk id="11" creationId="{E04A7A03-35F3-6588-4781-568570C6455F}"/>
          </ac:spMkLst>
        </pc:spChg>
      </pc:sldChg>
      <pc:sldChg chg="modSp mod">
        <pc:chgData name="Abhilash Timmapur" userId="1e547546-f052-49b0-9588-55047b64c93e" providerId="ADAL" clId="{FAF1FE2C-8F82-457B-8DA2-155A2C4EE9C0}" dt="2026-04-08T11:17:27.614" v="2886" actId="113"/>
        <pc:sldMkLst>
          <pc:docMk/>
          <pc:sldMk cId="30895731" sldId="275"/>
        </pc:sldMkLst>
        <pc:spChg chg="mod">
          <ac:chgData name="Abhilash Timmapur" userId="1e547546-f052-49b0-9588-55047b64c93e" providerId="ADAL" clId="{FAF1FE2C-8F82-457B-8DA2-155A2C4EE9C0}" dt="2026-04-08T11:17:27.614" v="2886" actId="113"/>
          <ac:spMkLst>
            <pc:docMk/>
            <pc:sldMk cId="30895731" sldId="275"/>
            <ac:spMk id="11" creationId="{FD2CBEE4-5673-4298-0B30-92E5F1A1C3D3}"/>
          </ac:spMkLst>
        </pc:spChg>
      </pc:sldChg>
      <pc:sldChg chg="modSp mod">
        <pc:chgData name="Abhilash Timmapur" userId="1e547546-f052-49b0-9588-55047b64c93e" providerId="ADAL" clId="{FAF1FE2C-8F82-457B-8DA2-155A2C4EE9C0}" dt="2026-04-10T05:13:03.753" v="3376" actId="20577"/>
        <pc:sldMkLst>
          <pc:docMk/>
          <pc:sldMk cId="3443256133" sldId="415"/>
        </pc:sldMkLst>
        <pc:spChg chg="mod">
          <ac:chgData name="Abhilash Timmapur" userId="1e547546-f052-49b0-9588-55047b64c93e" providerId="ADAL" clId="{FAF1FE2C-8F82-457B-8DA2-155A2C4EE9C0}" dt="2026-04-10T05:13:03.753" v="3376" actId="20577"/>
          <ac:spMkLst>
            <pc:docMk/>
            <pc:sldMk cId="3443256133" sldId="415"/>
            <ac:spMk id="4" creationId="{CC5E2174-CEBC-DA0E-4A29-28F8D90527FF}"/>
          </ac:spMkLst>
        </pc:spChg>
      </pc:sldChg>
      <pc:sldChg chg="modSp add mod">
        <pc:chgData name="Abhilash Timmapur" userId="1e547546-f052-49b0-9588-55047b64c93e" providerId="ADAL" clId="{FAF1FE2C-8F82-457B-8DA2-155A2C4EE9C0}" dt="2026-04-09T11:02:25.355" v="3160" actId="20577"/>
        <pc:sldMkLst>
          <pc:docMk/>
          <pc:sldMk cId="3695864861" sldId="419"/>
        </pc:sldMkLst>
        <pc:spChg chg="mod">
          <ac:chgData name="Abhilash Timmapur" userId="1e547546-f052-49b0-9588-55047b64c93e" providerId="ADAL" clId="{FAF1FE2C-8F82-457B-8DA2-155A2C4EE9C0}" dt="2026-04-09T11:02:25.355" v="3160" actId="20577"/>
          <ac:spMkLst>
            <pc:docMk/>
            <pc:sldMk cId="3695864861" sldId="419"/>
            <ac:spMk id="11" creationId="{F89D817F-EE80-076B-A068-A71F0FC42773}"/>
          </ac:spMkLst>
        </pc:spChg>
      </pc:sldChg>
      <pc:sldChg chg="new del">
        <pc:chgData name="Abhilash Timmapur" userId="1e547546-f052-49b0-9588-55047b64c93e" providerId="ADAL" clId="{FAF1FE2C-8F82-457B-8DA2-155A2C4EE9C0}" dt="2026-04-09T11:11:32.091" v="3161" actId="47"/>
        <pc:sldMkLst>
          <pc:docMk/>
          <pc:sldMk cId="187030158" sldId="420"/>
        </pc:sldMkLst>
      </pc:sldChg>
      <pc:sldChg chg="addSp delSp modSp new del mod">
        <pc:chgData name="Abhilash Timmapur" userId="1e547546-f052-49b0-9588-55047b64c93e" providerId="ADAL" clId="{FAF1FE2C-8F82-457B-8DA2-155A2C4EE9C0}" dt="2026-04-09T10:21:22.756" v="3014" actId="47"/>
        <pc:sldMkLst>
          <pc:docMk/>
          <pc:sldMk cId="798017931" sldId="420"/>
        </pc:sldMkLst>
        <pc:spChg chg="add del mod">
          <ac:chgData name="Abhilash Timmapur" userId="1e547546-f052-49b0-9588-55047b64c93e" providerId="ADAL" clId="{FAF1FE2C-8F82-457B-8DA2-155A2C4EE9C0}" dt="2026-04-09T10:21:16.550" v="3012" actId="21"/>
          <ac:spMkLst>
            <pc:docMk/>
            <pc:sldMk cId="798017931" sldId="420"/>
            <ac:spMk id="1083" creationId="{D5C31D0E-6F4F-F07D-B967-32AA6931DC75}"/>
          </ac:spMkLst>
        </pc:spChg>
        <pc:spChg chg="add del mod">
          <ac:chgData name="Abhilash Timmapur" userId="1e547546-f052-49b0-9588-55047b64c93e" providerId="ADAL" clId="{FAF1FE2C-8F82-457B-8DA2-155A2C4EE9C0}" dt="2026-04-09T10:21:16.550" v="3012" actId="21"/>
          <ac:spMkLst>
            <pc:docMk/>
            <pc:sldMk cId="798017931" sldId="420"/>
            <ac:spMk id="1084" creationId="{51D8A681-F67D-2DB3-D9DA-4C633713454A}"/>
          </ac:spMkLst>
        </pc:spChg>
      </pc:sldChg>
      <pc:sldChg chg="addSp modSp new mod">
        <pc:chgData name="Abhilash Timmapur" userId="1e547546-f052-49b0-9588-55047b64c93e" providerId="ADAL" clId="{FAF1FE2C-8F82-457B-8DA2-155A2C4EE9C0}" dt="2026-04-10T07:34:02.347" v="3580" actId="12"/>
        <pc:sldMkLst>
          <pc:docMk/>
          <pc:sldMk cId="3248853170" sldId="420"/>
        </pc:sldMkLst>
        <pc:spChg chg="add mod">
          <ac:chgData name="Abhilash Timmapur" userId="1e547546-f052-49b0-9588-55047b64c93e" providerId="ADAL" clId="{FAF1FE2C-8F82-457B-8DA2-155A2C4EE9C0}" dt="2026-04-10T07:34:02.347" v="3580" actId="12"/>
          <ac:spMkLst>
            <pc:docMk/>
            <pc:sldMk cId="3248853170" sldId="420"/>
            <ac:spMk id="2" creationId="{7512011F-08F1-61B2-6C0E-6CA8B57D7EF1}"/>
          </ac:spMkLst>
        </pc:spChg>
        <pc:graphicFrameChg chg="add mod">
          <ac:chgData name="Abhilash Timmapur" userId="1e547546-f052-49b0-9588-55047b64c93e" providerId="ADAL" clId="{FAF1FE2C-8F82-457B-8DA2-155A2C4EE9C0}" dt="2026-04-10T05:43:48.775" v="3393"/>
          <ac:graphicFrameMkLst>
            <pc:docMk/>
            <pc:sldMk cId="3248853170" sldId="420"/>
            <ac:graphicFrameMk id="3" creationId="{0F23B604-7F5C-84C9-FF0A-F1DA2E8751B1}"/>
          </ac:graphicFrameMkLst>
        </pc:graphicFrameChg>
      </pc:sldChg>
      <pc:sldChg chg="addSp modSp new mod">
        <pc:chgData name="Abhilash Timmapur" userId="1e547546-f052-49b0-9588-55047b64c93e" providerId="ADAL" clId="{FAF1FE2C-8F82-457B-8DA2-155A2C4EE9C0}" dt="2026-04-10T07:48:49.595" v="3608"/>
        <pc:sldMkLst>
          <pc:docMk/>
          <pc:sldMk cId="120141604" sldId="421"/>
        </pc:sldMkLst>
        <pc:spChg chg="add mod">
          <ac:chgData name="Abhilash Timmapur" userId="1e547546-f052-49b0-9588-55047b64c93e" providerId="ADAL" clId="{FAF1FE2C-8F82-457B-8DA2-155A2C4EE9C0}" dt="2026-04-10T07:48:49.595" v="3608"/>
          <ac:spMkLst>
            <pc:docMk/>
            <pc:sldMk cId="120141604" sldId="421"/>
            <ac:spMk id="2" creationId="{EC215C2D-D6B3-4715-33F6-8089111DEC27}"/>
          </ac:spMkLst>
        </pc:spChg>
      </pc:sldChg>
      <pc:sldChg chg="addSp delSp modSp new del mod setBg">
        <pc:chgData name="Abhilash Timmapur" userId="1e547546-f052-49b0-9588-55047b64c93e" providerId="ADAL" clId="{FAF1FE2C-8F82-457B-8DA2-155A2C4EE9C0}" dt="2026-04-10T07:54:56.483" v="3621" actId="47"/>
        <pc:sldMkLst>
          <pc:docMk/>
          <pc:sldMk cId="528083077" sldId="422"/>
        </pc:sldMkLst>
        <pc:spChg chg="add del">
          <ac:chgData name="Abhilash Timmapur" userId="1e547546-f052-49b0-9588-55047b64c93e" providerId="ADAL" clId="{FAF1FE2C-8F82-457B-8DA2-155A2C4EE9C0}" dt="2026-04-10T07:54:40.229" v="3616" actId="26606"/>
          <ac:spMkLst>
            <pc:docMk/>
            <pc:sldMk cId="528083077" sldId="422"/>
            <ac:spMk id="7" creationId="{69D184B2-2226-4E31-BCCB-444330767440}"/>
          </ac:spMkLst>
        </pc:spChg>
        <pc:spChg chg="add del">
          <ac:chgData name="Abhilash Timmapur" userId="1e547546-f052-49b0-9588-55047b64c93e" providerId="ADAL" clId="{FAF1FE2C-8F82-457B-8DA2-155A2C4EE9C0}" dt="2026-04-10T07:54:40.229" v="3616" actId="26606"/>
          <ac:spMkLst>
            <pc:docMk/>
            <pc:sldMk cId="528083077" sldId="422"/>
            <ac:spMk id="9" creationId="{1AC4D4E3-486A-464A-8EC8-D44881097267}"/>
          </ac:spMkLst>
        </pc:spChg>
        <pc:spChg chg="add del">
          <ac:chgData name="Abhilash Timmapur" userId="1e547546-f052-49b0-9588-55047b64c93e" providerId="ADAL" clId="{FAF1FE2C-8F82-457B-8DA2-155A2C4EE9C0}" dt="2026-04-10T07:54:40.229" v="3616" actId="26606"/>
          <ac:spMkLst>
            <pc:docMk/>
            <pc:sldMk cId="528083077" sldId="422"/>
            <ac:spMk id="11" creationId="{864DE13E-58EB-4475-B79C-0D4FC651239B}"/>
          </ac:spMkLst>
        </pc:spChg>
        <pc:spChg chg="add del">
          <ac:chgData name="Abhilash Timmapur" userId="1e547546-f052-49b0-9588-55047b64c93e" providerId="ADAL" clId="{FAF1FE2C-8F82-457B-8DA2-155A2C4EE9C0}" dt="2026-04-10T07:54:40.219" v="3615" actId="26606"/>
          <ac:spMkLst>
            <pc:docMk/>
            <pc:sldMk cId="528083077" sldId="422"/>
            <ac:spMk id="16" creationId="{69D184B2-2226-4E31-BCCB-444330767440}"/>
          </ac:spMkLst>
        </pc:spChg>
        <pc:spChg chg="add del">
          <ac:chgData name="Abhilash Timmapur" userId="1e547546-f052-49b0-9588-55047b64c93e" providerId="ADAL" clId="{FAF1FE2C-8F82-457B-8DA2-155A2C4EE9C0}" dt="2026-04-10T07:54:40.219" v="3615" actId="26606"/>
          <ac:spMkLst>
            <pc:docMk/>
            <pc:sldMk cId="528083077" sldId="422"/>
            <ac:spMk id="18" creationId="{1AC4D4E3-486A-464A-8EC8-D44881097267}"/>
          </ac:spMkLst>
        </pc:spChg>
        <pc:spChg chg="add del">
          <ac:chgData name="Abhilash Timmapur" userId="1e547546-f052-49b0-9588-55047b64c93e" providerId="ADAL" clId="{FAF1FE2C-8F82-457B-8DA2-155A2C4EE9C0}" dt="2026-04-10T07:54:40.219" v="3615" actId="26606"/>
          <ac:spMkLst>
            <pc:docMk/>
            <pc:sldMk cId="528083077" sldId="422"/>
            <ac:spMk id="20" creationId="{864DE13E-58EB-4475-B79C-0D4FC651239B}"/>
          </ac:spMkLst>
        </pc:spChg>
        <pc:spChg chg="add">
          <ac:chgData name="Abhilash Timmapur" userId="1e547546-f052-49b0-9588-55047b64c93e" providerId="ADAL" clId="{FAF1FE2C-8F82-457B-8DA2-155A2C4EE9C0}" dt="2026-04-10T07:54:40.229" v="3616" actId="26606"/>
          <ac:spMkLst>
            <pc:docMk/>
            <pc:sldMk cId="528083077" sldId="422"/>
            <ac:spMk id="22" creationId="{69D184B2-2226-4E31-BCCB-444330767440}"/>
          </ac:spMkLst>
        </pc:spChg>
        <pc:spChg chg="add">
          <ac:chgData name="Abhilash Timmapur" userId="1e547546-f052-49b0-9588-55047b64c93e" providerId="ADAL" clId="{FAF1FE2C-8F82-457B-8DA2-155A2C4EE9C0}" dt="2026-04-10T07:54:40.229" v="3616" actId="26606"/>
          <ac:spMkLst>
            <pc:docMk/>
            <pc:sldMk cId="528083077" sldId="422"/>
            <ac:spMk id="23" creationId="{1AC4D4E3-486A-464A-8EC8-D44881097267}"/>
          </ac:spMkLst>
        </pc:spChg>
        <pc:spChg chg="add">
          <ac:chgData name="Abhilash Timmapur" userId="1e547546-f052-49b0-9588-55047b64c93e" providerId="ADAL" clId="{FAF1FE2C-8F82-457B-8DA2-155A2C4EE9C0}" dt="2026-04-10T07:54:40.229" v="3616" actId="26606"/>
          <ac:spMkLst>
            <pc:docMk/>
            <pc:sldMk cId="528083077" sldId="422"/>
            <ac:spMk id="24" creationId="{864DE13E-58EB-4475-B79C-0D4FC651239B}"/>
          </ac:spMkLst>
        </pc:spChg>
        <pc:graphicFrameChg chg="add del mod modGraphic">
          <ac:chgData name="Abhilash Timmapur" userId="1e547546-f052-49b0-9588-55047b64c93e" providerId="ADAL" clId="{FAF1FE2C-8F82-457B-8DA2-155A2C4EE9C0}" dt="2026-04-10T07:54:49.017" v="3618" actId="21"/>
          <ac:graphicFrameMkLst>
            <pc:docMk/>
            <pc:sldMk cId="528083077" sldId="422"/>
            <ac:graphicFrameMk id="2" creationId="{C12CF709-4A65-383D-E2F4-562C95E888BB}"/>
          </ac:graphicFrameMkLst>
        </pc:graphicFrameChg>
      </pc:sldChg>
      <pc:sldChg chg="addSp modSp new del mod">
        <pc:chgData name="Abhilash Timmapur" userId="1e547546-f052-49b0-9588-55047b64c93e" providerId="ADAL" clId="{FAF1FE2C-8F82-457B-8DA2-155A2C4EE9C0}" dt="2026-04-10T08:30:09.567" v="3764" actId="47"/>
        <pc:sldMkLst>
          <pc:docMk/>
          <pc:sldMk cId="4020958731" sldId="422"/>
        </pc:sldMkLst>
        <pc:spChg chg="add mod">
          <ac:chgData name="Abhilash Timmapur" userId="1e547546-f052-49b0-9588-55047b64c93e" providerId="ADAL" clId="{FAF1FE2C-8F82-457B-8DA2-155A2C4EE9C0}" dt="2026-04-10T08:28:21.728" v="3716" actId="20577"/>
          <ac:spMkLst>
            <pc:docMk/>
            <pc:sldMk cId="4020958731" sldId="422"/>
            <ac:spMk id="2" creationId="{3060611A-AB21-C616-5977-1879034DE34C}"/>
          </ac:spMkLst>
        </pc:spChg>
        <pc:spChg chg="add mod">
          <ac:chgData name="Abhilash Timmapur" userId="1e547546-f052-49b0-9588-55047b64c93e" providerId="ADAL" clId="{FAF1FE2C-8F82-457B-8DA2-155A2C4EE9C0}" dt="2026-04-10T08:28:47.470" v="3723" actId="164"/>
          <ac:spMkLst>
            <pc:docMk/>
            <pc:sldMk cId="4020958731" sldId="422"/>
            <ac:spMk id="4" creationId="{D80663BF-26FF-C6C2-0470-3DFAACCF6DBD}"/>
          </ac:spMkLst>
        </pc:spChg>
        <pc:grpChg chg="add mod">
          <ac:chgData name="Abhilash Timmapur" userId="1e547546-f052-49b0-9588-55047b64c93e" providerId="ADAL" clId="{FAF1FE2C-8F82-457B-8DA2-155A2C4EE9C0}" dt="2026-04-10T08:25:48.553" v="3690" actId="164"/>
          <ac:grpSpMkLst>
            <pc:docMk/>
            <pc:sldMk cId="4020958731" sldId="422"/>
            <ac:grpSpMk id="3" creationId="{E966BFAC-293F-6DBA-BC29-632847ADFF21}"/>
          </ac:grpSpMkLst>
        </pc:grpChg>
        <pc:grpChg chg="add mod">
          <ac:chgData name="Abhilash Timmapur" userId="1e547546-f052-49b0-9588-55047b64c93e" providerId="ADAL" clId="{FAF1FE2C-8F82-457B-8DA2-155A2C4EE9C0}" dt="2026-04-10T08:28:47.470" v="3723" actId="164"/>
          <ac:grpSpMkLst>
            <pc:docMk/>
            <pc:sldMk cId="4020958731" sldId="422"/>
            <ac:grpSpMk id="5" creationId="{785040B1-3286-95A7-2E19-86104F52EE06}"/>
          </ac:grpSpMkLst>
        </pc:grpChg>
        <pc:picChg chg="add mod">
          <ac:chgData name="Abhilash Timmapur" userId="1e547546-f052-49b0-9588-55047b64c93e" providerId="ADAL" clId="{FAF1FE2C-8F82-457B-8DA2-155A2C4EE9C0}" dt="2026-04-10T08:25:48.553" v="3690" actId="164"/>
          <ac:picMkLst>
            <pc:docMk/>
            <pc:sldMk cId="4020958731" sldId="422"/>
            <ac:picMk id="69" creationId="{E06BC9B3-D448-2F25-F98D-0874C694A08C}"/>
          </ac:picMkLst>
        </pc:picChg>
        <pc:picChg chg="add mod">
          <ac:chgData name="Abhilash Timmapur" userId="1e547546-f052-49b0-9588-55047b64c93e" providerId="ADAL" clId="{FAF1FE2C-8F82-457B-8DA2-155A2C4EE9C0}" dt="2026-04-10T08:28:47.470" v="3723" actId="164"/>
          <ac:picMkLst>
            <pc:docMk/>
            <pc:sldMk cId="4020958731" sldId="422"/>
            <ac:picMk id="2050" creationId="{3B2797DD-849B-C7AB-000E-4626B732C6CE}"/>
          </ac:picMkLst>
        </pc:picChg>
      </pc:sldChg>
      <pc:sldChg chg="addSp delSp modSp new del mod">
        <pc:chgData name="Abhilash Timmapur" userId="1e547546-f052-49b0-9588-55047b64c93e" providerId="ADAL" clId="{FAF1FE2C-8F82-457B-8DA2-155A2C4EE9C0}" dt="2026-04-10T08:18:09.080" v="3650" actId="47"/>
        <pc:sldMkLst>
          <pc:docMk/>
          <pc:sldMk cId="4010371175" sldId="423"/>
        </pc:sldMkLst>
        <pc:graphicFrameChg chg="add del mod modGraphic">
          <ac:chgData name="Abhilash Timmapur" userId="1e547546-f052-49b0-9588-55047b64c93e" providerId="ADAL" clId="{FAF1FE2C-8F82-457B-8DA2-155A2C4EE9C0}" dt="2026-04-10T07:58:53.285" v="3649" actId="478"/>
          <ac:graphicFrameMkLst>
            <pc:docMk/>
            <pc:sldMk cId="4010371175" sldId="423"/>
            <ac:graphicFrameMk id="2" creationId="{C12CF709-4A65-383D-E2F4-562C95E888BB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B9C0D8-C1E1-4A22-A2CF-784A1D594595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D2F3C7-9339-4FE3-A2CF-5874174C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701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B163E-25C1-CD74-38C6-38E1F50DA5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BB7F8D-249F-6470-F425-12EF4C78BD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409E2-23C4-B2B5-9DD1-8F0277374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715AF-F870-4DB1-BDA2-D42227087B5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4F8DAF-6F25-51EA-C8B6-C91039069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B996B-3BE2-BC26-BD1F-CE06548DD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244F-7903-4A17-94B1-F46648744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125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C4D04-F36C-5389-0B4B-6FF9792F1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E48FD-D152-16BA-DC08-91120B276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1205B-DF69-B96E-A4F4-A8C0B82AF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715AF-F870-4DB1-BDA2-D42227087B5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117C0-316A-E9B5-F519-59C9EC099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5043B-B523-5CB2-DCD1-5E9C10A82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244F-7903-4A17-94B1-F46648744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517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C25C4-8F36-2A4F-C3CE-7AA4C5DE7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655160-199B-A79F-BD4C-6583202F7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9226D-1589-1B91-0706-2F455970A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715AF-F870-4DB1-BDA2-D42227087B5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6DEA2-55EE-C55E-6ABB-26FF7E02C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C08BA-9485-5500-81DC-42317E188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244F-7903-4A17-94B1-F46648744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461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84C9F-8640-B09A-D793-D3627D563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F0F7E-A732-C043-0BFA-39BD278D92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4E0AC4-71F6-3E05-438E-E0F0CAC2F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8A0EAC-195F-5A5A-D17A-BCA304D5D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715AF-F870-4DB1-BDA2-D42227087B5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AA053E-CD61-375D-6344-C3C37111C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8B1970-D953-25CC-8522-C1ED6A126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244F-7903-4A17-94B1-F46648744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900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380D6-2E0F-5CFE-EE2F-DC0E3EDE2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27748-2615-4D25-DABC-A3C63ABA99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E521B2-8131-F3C4-CECE-3D762B0A7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BBBCAB-867B-987B-15A2-D811BD0D01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B03ECA-5D6D-B64E-A48D-B938ACA6B9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378E38-CF10-5A08-867D-21080A8B9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715AF-F870-4DB1-BDA2-D42227087B5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05D3C-C057-E189-429D-3BE6ACB89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0FBCA3-865D-F7ED-385C-2455C6DB0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244F-7903-4A17-94B1-F46648744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855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19C33-8C13-C81E-4655-DBB9DAD83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D88A0E-51EB-D566-713C-8EE3F088E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715AF-F870-4DB1-BDA2-D42227087B5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7DAD4C-95B8-FCE7-CF06-6713B6748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C433F2-8947-1310-DB91-DC1C32A32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244F-7903-4A17-94B1-F46648744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17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D9D5D0-41F8-100E-7CF3-46D8FBF6F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715AF-F870-4DB1-BDA2-D42227087B5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999C64-4192-AD2F-ACFA-654A4E611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D72315-062D-2930-9A73-81DEFFD6F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244F-7903-4A17-94B1-F46648744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721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B493F-974D-0315-A2D0-DE6983CA0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86C1A-3586-C850-FF4B-8A112264C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FB9B30-31BD-4F95-D2AB-03174A2383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4D8720-428E-139C-3F0B-97F5C957D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715AF-F870-4DB1-BDA2-D42227087B5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38CBF3-C4C0-2C7B-D7CC-F2B46C143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1DBE44-6725-38A6-FDE8-C727572AE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244F-7903-4A17-94B1-F46648744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985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BC8D6-C52C-99A6-4E3E-0EA2B80C5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86E984-F9E2-9B61-93CA-F228BC96BF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8165DB-F6DF-A351-D83C-D03CF7ABA5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79C01F-5001-E96A-BA09-662911583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715AF-F870-4DB1-BDA2-D42227087B5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683C2D-FDED-1B40-684D-9B6CE0E07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93029-D9C7-91E1-87C7-D775520A2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244F-7903-4A17-94B1-F46648744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170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4BA8F-3945-B06B-183D-AC36B299E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5B3B90-4082-2BC6-C568-A50DD37047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C99FA-05A9-A956-A0CC-080B550A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715AF-F870-4DB1-BDA2-D42227087B5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0E879-766E-315C-D3F8-D7E016A62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9C9E4-6057-313A-AC17-6D806A0AD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244F-7903-4A17-94B1-F46648744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027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016964-1564-2E1C-D77D-FE94116DD0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D02719-C012-01D8-3CEF-6CD7A8BB2E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817CC-27E0-02CB-57E5-6497A67D7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715AF-F870-4DB1-BDA2-D42227087B5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AE759-08D2-3911-2655-C6041C6DD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957C1-9C3A-3A9A-0FAC-D397EE5BF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244F-7903-4A17-94B1-F46648744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3091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41349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title arrow win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048" y="0"/>
            <a:ext cx="12192000" cy="6858000"/>
          </a:xfrm>
          <a:solidFill>
            <a:schemeClr val="accent6"/>
          </a:solidFill>
        </p:spPr>
        <p:txBody>
          <a:bodyPr tIns="1188720" rIns="914400"/>
          <a:lstStyle>
            <a:lvl1pPr marL="0" indent="0" algn="r">
              <a:buNone/>
              <a:defRPr/>
            </a:lvl1pPr>
          </a:lstStyle>
          <a:p>
            <a:r>
              <a:rPr lang="en-US"/>
              <a:t>Insert Picture</a:t>
            </a:r>
            <a:br>
              <a:rPr lang="en-US"/>
            </a:br>
            <a:r>
              <a:rPr lang="en-US"/>
              <a:t>and send to back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CD8347-12EC-7004-68FD-F0EB1360FD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52627" y="457200"/>
            <a:ext cx="5637229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52627" y="4027501"/>
            <a:ext cx="563722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7C4AD12-4ACC-C840-8312-C7E5355E4F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39320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E98ECB-DC2B-9858-93F0-56532B991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027018-5112-38F3-18C8-DA5ABC912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14727-E063-8DEE-E643-A822F67474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8715AF-F870-4DB1-BDA2-D42227087B5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E3F18-22DE-3E6F-914E-0D71C66496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94781-8B91-1C46-6452-03B2A9795E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6F244F-7903-4A17-94B1-F46648744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181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26" Type="http://schemas.openxmlformats.org/officeDocument/2006/relationships/image" Target="../media/image28.png"/><Relationship Id="rId3" Type="http://schemas.openxmlformats.org/officeDocument/2006/relationships/image" Target="../media/image6.png"/><Relationship Id="rId21" Type="http://schemas.openxmlformats.org/officeDocument/2006/relationships/image" Target="../media/image23.png"/><Relationship Id="rId7" Type="http://schemas.openxmlformats.org/officeDocument/2006/relationships/image" Target="../media/image10.jpe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5" Type="http://schemas.openxmlformats.org/officeDocument/2006/relationships/image" Target="../media/image27.jpe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8.png"/><Relationship Id="rId20" Type="http://schemas.openxmlformats.org/officeDocument/2006/relationships/image" Target="../media/image22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5" Type="http://schemas.openxmlformats.org/officeDocument/2006/relationships/image" Target="../media/image8.png"/><Relationship Id="rId15" Type="http://schemas.openxmlformats.org/officeDocument/2006/relationships/image" Target="../media/image17.jpeg"/><Relationship Id="rId23" Type="http://schemas.openxmlformats.org/officeDocument/2006/relationships/image" Target="../media/image25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 descr="A group of men looking at a computer&#10;&#10;Description automatically generated">
            <a:extLst>
              <a:ext uri="{FF2B5EF4-FFF2-40B4-BE49-F238E27FC236}">
                <a16:creationId xmlns:a16="http://schemas.microsoft.com/office/drawing/2014/main" id="{E65AA93A-9300-3287-F805-B2A66D40C12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>
            <a:fillRect/>
          </a:stretch>
        </p:blipFill>
        <p:spPr/>
      </p:pic>
      <p:pic>
        <p:nvPicPr>
          <p:cNvPr id="11" name="Picture 10" descr="A close up of a white wall&#10;&#10;Description automatically generated">
            <a:extLst>
              <a:ext uri="{FF2B5EF4-FFF2-40B4-BE49-F238E27FC236}">
                <a16:creationId xmlns:a16="http://schemas.microsoft.com/office/drawing/2014/main" id="{56C26C56-0F54-01BD-4ABF-A99CFFB991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" y="-284"/>
            <a:ext cx="12190992" cy="6857433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888B4A6-D636-E74D-85CC-AD4ACBC34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9290" y="1534958"/>
            <a:ext cx="6118366" cy="2389419"/>
          </a:xfrm>
        </p:spPr>
        <p:txBody>
          <a:bodyPr/>
          <a:lstStyle/>
          <a:p>
            <a:r>
              <a:rPr lang="en-IN" sz="4000" dirty="0"/>
              <a:t>Body Worn Video</a:t>
            </a:r>
            <a:br>
              <a:rPr lang="en-IN" sz="4000" dirty="0"/>
            </a:br>
            <a:r>
              <a:rPr lang="en-IN" sz="4000" dirty="0"/>
              <a:t>Audit (BWA)</a:t>
            </a:r>
            <a:br>
              <a:rPr lang="en-IN" sz="4000" dirty="0"/>
            </a:br>
            <a:br>
              <a:rPr lang="en-IN" sz="4000" dirty="0"/>
            </a:br>
            <a:r>
              <a:rPr lang="en-IN" sz="4000" dirty="0"/>
              <a:t>EXL’s Intelligence Platform</a:t>
            </a:r>
            <a:endParaRPr lang="en-US" sz="4000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C5E2174-CEBC-DA0E-4A29-28F8D90527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52627" y="4027502"/>
            <a:ext cx="1884687" cy="337670"/>
          </a:xfrm>
        </p:spPr>
        <p:txBody>
          <a:bodyPr/>
          <a:lstStyle/>
          <a:p>
            <a:r>
              <a:rPr lang="en-US" dirty="0"/>
              <a:t>09</a:t>
            </a:r>
            <a:r>
              <a:rPr lang="en-US" baseline="30000" dirty="0"/>
              <a:t>th</a:t>
            </a:r>
            <a:r>
              <a:rPr lang="en-US" dirty="0"/>
              <a:t> April 2026</a:t>
            </a:r>
          </a:p>
        </p:txBody>
      </p:sp>
      <p:pic>
        <p:nvPicPr>
          <p:cNvPr id="2" name="Picture 18">
            <a:extLst>
              <a:ext uri="{FF2B5EF4-FFF2-40B4-BE49-F238E27FC236}">
                <a16:creationId xmlns:a16="http://schemas.microsoft.com/office/drawing/2014/main" id="{9D31EA98-4A7A-3FF6-A13B-41665DD460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6649" y="6453410"/>
            <a:ext cx="847723" cy="31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3256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3A05D-46B3-DC7C-34A5-23D759A4B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388026A-8250-3DC5-9226-87E69A8735F2}"/>
              </a:ext>
            </a:extLst>
          </p:cNvPr>
          <p:cNvSpPr txBox="1"/>
          <p:nvPr/>
        </p:nvSpPr>
        <p:spPr>
          <a:xfrm>
            <a:off x="316315" y="137159"/>
            <a:ext cx="1037103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/>
              <a:t>PoC Initial understanding, Assumptions and Expectations 	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4A7A03-35F3-6588-4781-568570C6455F}"/>
              </a:ext>
            </a:extLst>
          </p:cNvPr>
          <p:cNvSpPr txBox="1"/>
          <p:nvPr/>
        </p:nvSpPr>
        <p:spPr>
          <a:xfrm>
            <a:off x="316315" y="819660"/>
            <a:ext cx="1101852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Body‑worn camera video recordings are available on the client side, currently, Marston uses </a:t>
            </a:r>
            <a:r>
              <a:rPr lang="en-US" sz="1600" b="1" dirty="0"/>
              <a:t>the Video Lens </a:t>
            </a:r>
            <a:r>
              <a:rPr lang="en-US" sz="1600" dirty="0"/>
              <a:t>application to review recordings and associated metadata.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Video data is required to be securely transferred from the client environment into the EXL environment for processing.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Assumed ingestion approach for POC: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/>
              <a:t>Client requests upload access → system returns pre‑signed S3 URL → client uploads videos (multipart).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UI‑based uploads and direct object‑store sync are out of scope for the initial POC.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Recording format assumptions: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/>
              <a:t>Container formats: MP4, MKV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/>
              <a:t>Video codecs: H.264, H.265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/>
              <a:t>Resolution: 720p / 1080p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/>
              <a:t>Variable bitrate, depending on recording conditions and device configuration.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Input videos length is average </a:t>
            </a:r>
            <a:r>
              <a:rPr lang="en-US" sz="1600" b="1" dirty="0"/>
              <a:t>45-60 Min long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Platform expected to process </a:t>
            </a:r>
            <a:r>
              <a:rPr lang="en-US" sz="1600" b="1" dirty="0"/>
              <a:t>1,000 - 3,000 </a:t>
            </a:r>
            <a:r>
              <a:rPr lang="en-US" sz="1600" dirty="0"/>
              <a:t>videos per day in batch mode.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AI core should </a:t>
            </a:r>
            <a:r>
              <a:rPr lang="en-US" sz="1600" b="1" dirty="0"/>
              <a:t>auto‑scale horizontally </a:t>
            </a:r>
            <a:r>
              <a:rPr lang="en-US" sz="1600" dirty="0"/>
              <a:t>to handle varying ingestion volumes.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GPU resources to be used </a:t>
            </a:r>
            <a:r>
              <a:rPr lang="en-US" sz="1600" b="1" dirty="0"/>
              <a:t>efficiently and cost‑optimally</a:t>
            </a:r>
            <a:r>
              <a:rPr lang="en-US" sz="16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Media will be </a:t>
            </a:r>
            <a:r>
              <a:rPr lang="en-US" sz="1600" b="1" dirty="0"/>
              <a:t>normalized</a:t>
            </a:r>
            <a:r>
              <a:rPr lang="en-US" sz="1600" dirty="0"/>
              <a:t> into AI‑ready formats for consistent inference.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Preprocess  design and implementation success criteria: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1600" dirty="0"/>
              <a:t>Stable batch processing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1600" dirty="0"/>
              <a:t>Efficient GPU utilization and optimized cost usage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1600" dirty="0"/>
              <a:t>Accurate AI outputs suitable for QC and compliance analysis</a:t>
            </a:r>
          </a:p>
        </p:txBody>
      </p:sp>
      <p:pic>
        <p:nvPicPr>
          <p:cNvPr id="13" name="Picture 18">
            <a:extLst>
              <a:ext uri="{FF2B5EF4-FFF2-40B4-BE49-F238E27FC236}">
                <a16:creationId xmlns:a16="http://schemas.microsoft.com/office/drawing/2014/main" id="{911D5CB3-19CD-CC6B-1545-3CCCAFE6CD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6649" y="6453410"/>
            <a:ext cx="847723" cy="31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8048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">
            <a:extLst>
              <a:ext uri="{FF2B5EF4-FFF2-40B4-BE49-F238E27FC236}">
                <a16:creationId xmlns:a16="http://schemas.microsoft.com/office/drawing/2014/main" id="{CD8BE992-ACBD-927E-8917-AE265081EE42}"/>
              </a:ext>
            </a:extLst>
          </p:cNvPr>
          <p:cNvSpPr/>
          <p:nvPr/>
        </p:nvSpPr>
        <p:spPr>
          <a:xfrm>
            <a:off x="1602865" y="683822"/>
            <a:ext cx="10348343" cy="5574154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7B68EE"/>
            </a:solidFill>
            <a:prstDash val="sys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D5C31D0E-6F4F-F07D-B967-32AA6931DC75}"/>
              </a:ext>
            </a:extLst>
          </p:cNvPr>
          <p:cNvSpPr/>
          <p:nvPr/>
        </p:nvSpPr>
        <p:spPr>
          <a:xfrm>
            <a:off x="1511182" y="446384"/>
            <a:ext cx="10535714" cy="5909309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E87D26"/>
            </a:solidFill>
            <a:prstDash val="sys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476488" y="91440"/>
            <a:ext cx="3685032" cy="27432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chemeClr val="tx1">
                    <a:lumMod val="65000"/>
                    <a:lumOff val="35000"/>
                  </a:schemeClr>
                </a:solidFill>
                <a:ea typeface="Calibri" pitchFamily="34" charset="-122"/>
                <a:cs typeface="Calibri" pitchFamily="34" charset="-120"/>
              </a:rPr>
              <a:t>BWC-001-v1.0  ·  Marston Holdings  ·  PoC  ·  eu-west-2 London  ·  Proprietary &amp; Confidential</a:t>
            </a:r>
            <a:endParaRPr lang="en-US" sz="7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201668" y="1286926"/>
            <a:ext cx="201168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 b="1"/>
          </a:p>
        </p:txBody>
      </p:sp>
      <p:sp>
        <p:nvSpPr>
          <p:cNvPr id="23" name="Shape 21"/>
          <p:cNvSpPr/>
          <p:nvPr/>
        </p:nvSpPr>
        <p:spPr>
          <a:xfrm>
            <a:off x="4969764" y="1286926"/>
            <a:ext cx="201168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 b="1"/>
          </a:p>
        </p:txBody>
      </p:sp>
      <p:sp>
        <p:nvSpPr>
          <p:cNvPr id="27" name="Shape 25"/>
          <p:cNvSpPr/>
          <p:nvPr/>
        </p:nvSpPr>
        <p:spPr>
          <a:xfrm>
            <a:off x="5737860" y="1286926"/>
            <a:ext cx="201168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 b="1"/>
          </a:p>
        </p:txBody>
      </p:sp>
      <p:sp>
        <p:nvSpPr>
          <p:cNvPr id="35" name="Shape 33"/>
          <p:cNvSpPr/>
          <p:nvPr/>
        </p:nvSpPr>
        <p:spPr>
          <a:xfrm>
            <a:off x="3010023" y="2831201"/>
            <a:ext cx="201168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 b="1"/>
          </a:p>
        </p:txBody>
      </p:sp>
      <p:sp>
        <p:nvSpPr>
          <p:cNvPr id="39" name="Text 37"/>
          <p:cNvSpPr/>
          <p:nvPr/>
        </p:nvSpPr>
        <p:spPr>
          <a:xfrm>
            <a:off x="2394327" y="2378859"/>
            <a:ext cx="71628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ea typeface="Calibri" pitchFamily="34" charset="-122"/>
                <a:cs typeface="Calibri" pitchFamily="34" charset="-120"/>
              </a:rPr>
              <a:t>SOP Config · Routing</a:t>
            </a:r>
            <a:endParaRPr lang="en-US" sz="550" b="1" dirty="0"/>
          </a:p>
        </p:txBody>
      </p:sp>
      <p:sp>
        <p:nvSpPr>
          <p:cNvPr id="59" name="Shape 57"/>
          <p:cNvSpPr/>
          <p:nvPr/>
        </p:nvSpPr>
        <p:spPr>
          <a:xfrm>
            <a:off x="3851148" y="2831201"/>
            <a:ext cx="18288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 b="1"/>
          </a:p>
        </p:txBody>
      </p:sp>
      <p:sp>
        <p:nvSpPr>
          <p:cNvPr id="61" name="Text 59"/>
          <p:cNvSpPr/>
          <p:nvPr/>
        </p:nvSpPr>
        <p:spPr>
          <a:xfrm>
            <a:off x="4491698" y="2156977"/>
            <a:ext cx="1507521" cy="146277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ea typeface="Calibri" pitchFamily="34" charset="-122"/>
                <a:cs typeface="Calibri" pitchFamily="34" charset="-120"/>
              </a:rPr>
              <a:t>ECS EC2 g6.2.xlarge · NVIDIA AI Core </a:t>
            </a:r>
            <a:endParaRPr lang="en-US" sz="700" b="1" dirty="0"/>
          </a:p>
        </p:txBody>
      </p:sp>
      <p:sp>
        <p:nvSpPr>
          <p:cNvPr id="62" name="Shape 60"/>
          <p:cNvSpPr/>
          <p:nvPr/>
        </p:nvSpPr>
        <p:spPr>
          <a:xfrm>
            <a:off x="5902452" y="2738346"/>
            <a:ext cx="292608" cy="292608"/>
          </a:xfrm>
          <a:prstGeom prst="roundRect">
            <a:avLst>
              <a:gd name="adj" fmla="val 12500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b="1"/>
          </a:p>
        </p:txBody>
      </p:sp>
      <p:sp>
        <p:nvSpPr>
          <p:cNvPr id="63" name="Text 61"/>
          <p:cNvSpPr/>
          <p:nvPr/>
        </p:nvSpPr>
        <p:spPr>
          <a:xfrm>
            <a:off x="5902452" y="2738346"/>
            <a:ext cx="292608" cy="29260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ea typeface="Calibri" pitchFamily="34" charset="-122"/>
                <a:cs typeface="Calibri" pitchFamily="34" charset="-120"/>
              </a:rPr>
              <a:t>ECR</a:t>
            </a:r>
            <a:endParaRPr lang="en-US" sz="650" b="1" dirty="0"/>
          </a:p>
        </p:txBody>
      </p:sp>
      <p:sp>
        <p:nvSpPr>
          <p:cNvPr id="64" name="Text 62"/>
          <p:cNvSpPr/>
          <p:nvPr/>
        </p:nvSpPr>
        <p:spPr>
          <a:xfrm>
            <a:off x="5737860" y="3058386"/>
            <a:ext cx="621792" cy="128016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ea typeface="Calibri" pitchFamily="34" charset="-122"/>
                <a:cs typeface="Calibri" pitchFamily="34" charset="-120"/>
              </a:rPr>
              <a:t>ECR</a:t>
            </a:r>
            <a:endParaRPr lang="en-US" sz="600" b="1" dirty="0"/>
          </a:p>
        </p:txBody>
      </p:sp>
      <p:sp>
        <p:nvSpPr>
          <p:cNvPr id="65" name="Shape 63"/>
          <p:cNvSpPr/>
          <p:nvPr/>
        </p:nvSpPr>
        <p:spPr>
          <a:xfrm>
            <a:off x="6231636" y="2884650"/>
            <a:ext cx="201168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 b="1"/>
          </a:p>
        </p:txBody>
      </p:sp>
      <p:sp>
        <p:nvSpPr>
          <p:cNvPr id="66" name="Shape 64"/>
          <p:cNvSpPr/>
          <p:nvPr/>
        </p:nvSpPr>
        <p:spPr>
          <a:xfrm>
            <a:off x="6469380" y="2738346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76B900"/>
          </a:solidFill>
          <a:ln w="31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 b="1"/>
          </a:p>
        </p:txBody>
      </p:sp>
      <p:sp>
        <p:nvSpPr>
          <p:cNvPr id="67" name="Text 65"/>
          <p:cNvSpPr/>
          <p:nvPr/>
        </p:nvSpPr>
        <p:spPr>
          <a:xfrm>
            <a:off x="6469380" y="2738346"/>
            <a:ext cx="292608" cy="29260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ea typeface="Calibri" pitchFamily="34" charset="-122"/>
                <a:cs typeface="Calibri" pitchFamily="34" charset="-120"/>
              </a:rPr>
              <a:t>TRT</a:t>
            </a:r>
            <a:endParaRPr lang="en-US" sz="650" b="1" dirty="0"/>
          </a:p>
        </p:txBody>
      </p:sp>
      <p:sp>
        <p:nvSpPr>
          <p:cNvPr id="68" name="Text 66"/>
          <p:cNvSpPr/>
          <p:nvPr/>
        </p:nvSpPr>
        <p:spPr>
          <a:xfrm>
            <a:off x="6487668" y="3046707"/>
            <a:ext cx="274320" cy="128016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ea typeface="Calibri" pitchFamily="34" charset="-122"/>
                <a:cs typeface="Calibri" pitchFamily="34" charset="-120"/>
              </a:rPr>
              <a:t>Triton</a:t>
            </a:r>
            <a:endParaRPr lang="en-US" sz="600" b="1" dirty="0"/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CEB5FB64-64A9-7A3E-5CEB-479EB1960581}"/>
              </a:ext>
            </a:extLst>
          </p:cNvPr>
          <p:cNvGrpSpPr/>
          <p:nvPr/>
        </p:nvGrpSpPr>
        <p:grpSpPr>
          <a:xfrm>
            <a:off x="7036308" y="3038393"/>
            <a:ext cx="292608" cy="437164"/>
            <a:chOff x="6012180" y="3058486"/>
            <a:chExt cx="292608" cy="437164"/>
          </a:xfrm>
        </p:grpSpPr>
        <p:sp>
          <p:nvSpPr>
            <p:cNvPr id="70" name="Shape 68"/>
            <p:cNvSpPr/>
            <p:nvPr/>
          </p:nvSpPr>
          <p:spPr>
            <a:xfrm>
              <a:off x="6012180" y="3058486"/>
              <a:ext cx="292608" cy="292608"/>
            </a:xfrm>
            <a:prstGeom prst="roundRect">
              <a:avLst>
                <a:gd name="adj" fmla="val 12500"/>
              </a:avLst>
            </a:prstGeom>
            <a:solidFill>
              <a:srgbClr val="76B900"/>
            </a:solidFill>
            <a:ln w="1270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 b="1" dirty="0"/>
            </a:p>
          </p:txBody>
        </p:sp>
        <p:sp>
          <p:nvSpPr>
            <p:cNvPr id="71" name="Text 69"/>
            <p:cNvSpPr/>
            <p:nvPr/>
          </p:nvSpPr>
          <p:spPr>
            <a:xfrm>
              <a:off x="6059567" y="3141710"/>
              <a:ext cx="197834" cy="12534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 dirty="0">
                  <a:ea typeface="Calibri" pitchFamily="34" charset="-122"/>
                  <a:cs typeface="Calibri" pitchFamily="34" charset="-120"/>
                </a:rPr>
                <a:t>ASR</a:t>
              </a:r>
              <a:endParaRPr lang="en-US" sz="650" b="1" dirty="0"/>
            </a:p>
          </p:txBody>
        </p:sp>
        <p:sp>
          <p:nvSpPr>
            <p:cNvPr id="72" name="Text 70"/>
            <p:cNvSpPr/>
            <p:nvPr/>
          </p:nvSpPr>
          <p:spPr>
            <a:xfrm>
              <a:off x="6052233" y="3367634"/>
              <a:ext cx="212502" cy="12801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>
                  <a:ea typeface="Calibri" pitchFamily="34" charset="-122"/>
                  <a:cs typeface="Calibri" pitchFamily="34" charset="-120"/>
                </a:rPr>
                <a:t>Riva</a:t>
              </a:r>
              <a:endParaRPr lang="en-US" sz="600" b="1" dirty="0"/>
            </a:p>
          </p:txBody>
        </p:sp>
      </p:grpSp>
      <p:sp>
        <p:nvSpPr>
          <p:cNvPr id="73" name="Shape 71"/>
          <p:cNvSpPr/>
          <p:nvPr/>
        </p:nvSpPr>
        <p:spPr>
          <a:xfrm flipV="1">
            <a:off x="7365492" y="2879316"/>
            <a:ext cx="219456" cy="10668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 b="1"/>
          </a:p>
        </p:txBody>
      </p:sp>
      <p:sp>
        <p:nvSpPr>
          <p:cNvPr id="74" name="Shape 72"/>
          <p:cNvSpPr/>
          <p:nvPr/>
        </p:nvSpPr>
        <p:spPr>
          <a:xfrm>
            <a:off x="7603236" y="2738346"/>
            <a:ext cx="292608" cy="292608"/>
          </a:xfrm>
          <a:prstGeom prst="roundRect">
            <a:avLst>
              <a:gd name="adj" fmla="val 12500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 b="1"/>
          </a:p>
        </p:txBody>
      </p:sp>
      <p:sp>
        <p:nvSpPr>
          <p:cNvPr id="75" name="Text 73"/>
          <p:cNvSpPr/>
          <p:nvPr/>
        </p:nvSpPr>
        <p:spPr>
          <a:xfrm>
            <a:off x="7603236" y="2738346"/>
            <a:ext cx="292608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/>
              <a:t>NRM</a:t>
            </a:r>
          </a:p>
        </p:txBody>
      </p:sp>
      <p:sp>
        <p:nvSpPr>
          <p:cNvPr id="76" name="Text 74"/>
          <p:cNvSpPr/>
          <p:nvPr/>
        </p:nvSpPr>
        <p:spPr>
          <a:xfrm>
            <a:off x="7438644" y="3058386"/>
            <a:ext cx="621792" cy="128016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ea typeface="Calibri" pitchFamily="34" charset="-122"/>
                <a:cs typeface="Calibri" pitchFamily="34" charset="-120"/>
              </a:rPr>
              <a:t>Normalization</a:t>
            </a:r>
            <a:endParaRPr lang="en-US" sz="600" b="1" dirty="0"/>
          </a:p>
        </p:txBody>
      </p:sp>
      <p:sp>
        <p:nvSpPr>
          <p:cNvPr id="77" name="Shape 75"/>
          <p:cNvSpPr/>
          <p:nvPr/>
        </p:nvSpPr>
        <p:spPr>
          <a:xfrm>
            <a:off x="7932420" y="2884650"/>
            <a:ext cx="237744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 b="1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93FF960-78C0-6492-3E07-0E0F370EE010}"/>
              </a:ext>
            </a:extLst>
          </p:cNvPr>
          <p:cNvGrpSpPr/>
          <p:nvPr/>
        </p:nvGrpSpPr>
        <p:grpSpPr>
          <a:xfrm>
            <a:off x="8127949" y="2738346"/>
            <a:ext cx="381051" cy="435136"/>
            <a:chOff x="7103821" y="2763203"/>
            <a:chExt cx="381051" cy="435136"/>
          </a:xfrm>
        </p:grpSpPr>
        <p:sp>
          <p:nvSpPr>
            <p:cNvPr id="78" name="Shape 76"/>
            <p:cNvSpPr/>
            <p:nvPr/>
          </p:nvSpPr>
          <p:spPr>
            <a:xfrm>
              <a:off x="7146036" y="2763203"/>
              <a:ext cx="292608" cy="292608"/>
            </a:xfrm>
            <a:prstGeom prst="roundRect">
              <a:avLst>
                <a:gd name="adj" fmla="val 12500"/>
              </a:avLst>
            </a:prstGeom>
            <a:solidFill>
              <a:srgbClr val="76B900"/>
            </a:solidFill>
            <a:ln w="1270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 b="1"/>
            </a:p>
          </p:txBody>
        </p:sp>
        <p:sp>
          <p:nvSpPr>
            <p:cNvPr id="79" name="Text 77"/>
            <p:cNvSpPr/>
            <p:nvPr/>
          </p:nvSpPr>
          <p:spPr>
            <a:xfrm>
              <a:off x="7210194" y="2855890"/>
              <a:ext cx="158348" cy="11790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 dirty="0">
                  <a:ea typeface="Calibri" pitchFamily="34" charset="-122"/>
                  <a:cs typeface="Calibri" pitchFamily="34" charset="-120"/>
                </a:rPr>
                <a:t>NLP</a:t>
              </a:r>
              <a:endParaRPr lang="en-US" sz="650" b="1" dirty="0"/>
            </a:p>
          </p:txBody>
        </p:sp>
        <p:sp>
          <p:nvSpPr>
            <p:cNvPr id="80" name="Text 78"/>
            <p:cNvSpPr/>
            <p:nvPr/>
          </p:nvSpPr>
          <p:spPr>
            <a:xfrm>
              <a:off x="7103821" y="3070323"/>
              <a:ext cx="381051" cy="12801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>
                  <a:ea typeface="Calibri" pitchFamily="34" charset="-122"/>
                  <a:cs typeface="Calibri" pitchFamily="34" charset="-120"/>
                </a:rPr>
                <a:t>NIM + NLP</a:t>
              </a:r>
              <a:endParaRPr lang="en-US" sz="600" b="1" dirty="0"/>
            </a:p>
          </p:txBody>
        </p:sp>
      </p:grpSp>
      <p:sp>
        <p:nvSpPr>
          <p:cNvPr id="81" name="Shape 79"/>
          <p:cNvSpPr/>
          <p:nvPr/>
        </p:nvSpPr>
        <p:spPr>
          <a:xfrm flipV="1">
            <a:off x="8473948" y="2880747"/>
            <a:ext cx="267526" cy="6061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 b="1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428BF4A-BB25-B5EE-7193-C9A6593A440C}"/>
              </a:ext>
            </a:extLst>
          </p:cNvPr>
          <p:cNvGrpSpPr/>
          <p:nvPr/>
        </p:nvGrpSpPr>
        <p:grpSpPr>
          <a:xfrm>
            <a:off x="9337769" y="2738217"/>
            <a:ext cx="457200" cy="441906"/>
            <a:chOff x="7983103" y="2763203"/>
            <a:chExt cx="457200" cy="441906"/>
          </a:xfrm>
        </p:grpSpPr>
        <p:sp>
          <p:nvSpPr>
            <p:cNvPr id="82" name="Shape 80"/>
            <p:cNvSpPr/>
            <p:nvPr/>
          </p:nvSpPr>
          <p:spPr>
            <a:xfrm>
              <a:off x="8065399" y="2763203"/>
              <a:ext cx="292608" cy="292608"/>
            </a:xfrm>
            <a:prstGeom prst="roundRect">
              <a:avLst>
                <a:gd name="adj" fmla="val 12500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 b="1"/>
            </a:p>
          </p:txBody>
        </p:sp>
        <p:sp>
          <p:nvSpPr>
            <p:cNvPr id="83" name="Text 81"/>
            <p:cNvSpPr/>
            <p:nvPr/>
          </p:nvSpPr>
          <p:spPr>
            <a:xfrm>
              <a:off x="8124518" y="2861456"/>
              <a:ext cx="174371" cy="11341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 dirty="0">
                  <a:ea typeface="Calibri" pitchFamily="34" charset="-122"/>
                  <a:cs typeface="Calibri" pitchFamily="34" charset="-120"/>
                </a:rPr>
                <a:t>EFS</a:t>
              </a:r>
              <a:endParaRPr lang="en-US" sz="650" b="1" dirty="0"/>
            </a:p>
          </p:txBody>
        </p:sp>
        <p:sp>
          <p:nvSpPr>
            <p:cNvPr id="84" name="Text 82"/>
            <p:cNvSpPr/>
            <p:nvPr/>
          </p:nvSpPr>
          <p:spPr>
            <a:xfrm>
              <a:off x="7983103" y="3077093"/>
              <a:ext cx="457200" cy="12801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>
                  <a:ea typeface="Calibri" pitchFamily="34" charset="-122"/>
                  <a:cs typeface="Calibri" pitchFamily="34" charset="-120"/>
                </a:rPr>
                <a:t>EFS /models</a:t>
              </a:r>
              <a:endParaRPr lang="en-US" sz="600" b="1" dirty="0"/>
            </a:p>
          </p:txBody>
        </p:sp>
      </p:grpSp>
      <p:sp>
        <p:nvSpPr>
          <p:cNvPr id="89" name="Text 87"/>
          <p:cNvSpPr/>
          <p:nvPr/>
        </p:nvSpPr>
        <p:spPr>
          <a:xfrm>
            <a:off x="10100231" y="2457108"/>
            <a:ext cx="804672" cy="184733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ea typeface="Calibri" pitchFamily="34" charset="-122"/>
                <a:cs typeface="Calibri" pitchFamily="34" charset="-120"/>
              </a:rPr>
              <a:t>Q1 · Q2 · Q3 Risk Scoring</a:t>
            </a:r>
            <a:endParaRPr lang="en-US" sz="550" b="1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C0EBBF0-D82C-3AA6-1E49-936C14BC6E09}"/>
              </a:ext>
            </a:extLst>
          </p:cNvPr>
          <p:cNvGrpSpPr/>
          <p:nvPr/>
        </p:nvGrpSpPr>
        <p:grpSpPr>
          <a:xfrm>
            <a:off x="10338816" y="1626018"/>
            <a:ext cx="1178052" cy="720088"/>
            <a:chOff x="9640062" y="1926336"/>
            <a:chExt cx="1178052" cy="720088"/>
          </a:xfrm>
        </p:grpSpPr>
        <p:sp>
          <p:nvSpPr>
            <p:cNvPr id="94" name="Shape 92"/>
            <p:cNvSpPr/>
            <p:nvPr/>
          </p:nvSpPr>
          <p:spPr>
            <a:xfrm>
              <a:off x="9640062" y="1926336"/>
              <a:ext cx="1178052" cy="7200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prstDash val="sysDash"/>
            </a:ln>
          </p:spPr>
          <p:txBody>
            <a:bodyPr/>
            <a:lstStyle/>
            <a:p>
              <a:endParaRPr lang="en-US" b="1"/>
            </a:p>
          </p:txBody>
        </p:sp>
        <p:sp>
          <p:nvSpPr>
            <p:cNvPr id="95" name="Text 93"/>
            <p:cNvSpPr/>
            <p:nvPr/>
          </p:nvSpPr>
          <p:spPr>
            <a:xfrm>
              <a:off x="9817608" y="2037588"/>
              <a:ext cx="822960" cy="12801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chemeClr val="bg2">
                      <a:lumMod val="75000"/>
                    </a:schemeClr>
                  </a:solidFill>
                  <a:ea typeface="Calibri" pitchFamily="34" charset="-122"/>
                  <a:cs typeface="Calibri" pitchFamily="34" charset="-120"/>
                </a:rPr>
                <a:t>NVIDIA NGC</a:t>
              </a:r>
              <a:endParaRPr lang="en-US" sz="800" b="1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96" name="Text 94"/>
            <p:cNvSpPr/>
            <p:nvPr/>
          </p:nvSpPr>
          <p:spPr>
            <a:xfrm>
              <a:off x="9817608" y="2321052"/>
              <a:ext cx="822960" cy="25603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chemeClr val="bg2">
                      <a:lumMod val="75000"/>
                    </a:schemeClr>
                  </a:solidFill>
                  <a:ea typeface="Calibri" pitchFamily="34" charset="-122"/>
                  <a:cs typeface="Calibri" pitchFamily="34" charset="-120"/>
                </a:rPr>
                <a:t>One-time pull</a:t>
              </a:r>
              <a:endParaRPr lang="en-US" sz="800" b="1" dirty="0">
                <a:solidFill>
                  <a:schemeClr val="bg2">
                    <a:lumMod val="75000"/>
                  </a:schemeClr>
                </a:solidFill>
              </a:endParaRPr>
            </a:p>
            <a:p>
              <a:pPr marL="0" indent="0" algn="ctr">
                <a:buNone/>
              </a:pPr>
              <a:r>
                <a:rPr lang="en-US" sz="800" b="1" dirty="0">
                  <a:solidFill>
                    <a:schemeClr val="bg2">
                      <a:lumMod val="75000"/>
                    </a:schemeClr>
                  </a:solidFill>
                  <a:ea typeface="Calibri" pitchFamily="34" charset="-122"/>
                  <a:cs typeface="Calibri" pitchFamily="34" charset="-120"/>
                </a:rPr>
                <a:t>to ECR on setup</a:t>
              </a:r>
              <a:endParaRPr lang="en-US" sz="800" b="1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6BB1FE17-8C26-3F4A-2734-9FB66FFA9203}"/>
              </a:ext>
            </a:extLst>
          </p:cNvPr>
          <p:cNvGrpSpPr/>
          <p:nvPr/>
        </p:nvGrpSpPr>
        <p:grpSpPr>
          <a:xfrm>
            <a:off x="3756492" y="4151284"/>
            <a:ext cx="630175" cy="678532"/>
            <a:chOff x="1771391" y="4176141"/>
            <a:chExt cx="630175" cy="678532"/>
          </a:xfrm>
        </p:grpSpPr>
        <p:pic>
          <p:nvPicPr>
            <p:cNvPr id="2054" name="Picture 6">
              <a:extLst>
                <a:ext uri="{FF2B5EF4-FFF2-40B4-BE49-F238E27FC236}">
                  <a16:creationId xmlns:a16="http://schemas.microsoft.com/office/drawing/2014/main" id="{AEE8D28D-5E0A-4AB9-8BE2-DB89E2BA60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57878" y="4176141"/>
              <a:ext cx="457200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2" name="Text 100"/>
            <p:cNvSpPr/>
            <p:nvPr/>
          </p:nvSpPr>
          <p:spPr>
            <a:xfrm>
              <a:off x="1837851" y="4579742"/>
              <a:ext cx="497255" cy="14630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 dirty="0">
                  <a:ea typeface="Calibri" pitchFamily="34" charset="-122"/>
                  <a:cs typeface="Calibri" pitchFamily="34" charset="-120"/>
                </a:rPr>
                <a:t>Aurora SLv2</a:t>
              </a:r>
              <a:endParaRPr lang="en-US" sz="650" b="1" dirty="0"/>
            </a:p>
          </p:txBody>
        </p:sp>
        <p:sp>
          <p:nvSpPr>
            <p:cNvPr id="103" name="Text 101"/>
            <p:cNvSpPr/>
            <p:nvPr/>
          </p:nvSpPr>
          <p:spPr>
            <a:xfrm>
              <a:off x="1771391" y="4698406"/>
              <a:ext cx="630175" cy="15626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550" b="1" dirty="0">
                  <a:ea typeface="Calibri" pitchFamily="34" charset="-122"/>
                  <a:cs typeface="Calibri" pitchFamily="34" charset="-120"/>
                </a:rPr>
                <a:t>results · transcripts</a:t>
              </a:r>
              <a:endParaRPr lang="en-US" sz="550" b="1" dirty="0"/>
            </a:p>
          </p:txBody>
        </p:sp>
      </p:grpSp>
      <p:sp>
        <p:nvSpPr>
          <p:cNvPr id="130" name="Shape 128"/>
          <p:cNvSpPr/>
          <p:nvPr/>
        </p:nvSpPr>
        <p:spPr>
          <a:xfrm>
            <a:off x="4445127" y="5629570"/>
            <a:ext cx="201168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 b="1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C4AD915B-D472-2145-CEF5-6E964EB8B699}"/>
              </a:ext>
            </a:extLst>
          </p:cNvPr>
          <p:cNvSpPr txBox="1"/>
          <p:nvPr/>
        </p:nvSpPr>
        <p:spPr>
          <a:xfrm>
            <a:off x="240791" y="1434625"/>
            <a:ext cx="1129283" cy="33855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800" b="1" dirty="0">
                <a:ea typeface="Calibri" pitchFamily="34" charset="-122"/>
                <a:cs typeface="Calibri" pitchFamily="34" charset="-120"/>
              </a:rPr>
              <a:t>NVR</a:t>
            </a:r>
          </a:p>
          <a:p>
            <a:r>
              <a:rPr lang="en-US" sz="800" b="1" dirty="0">
                <a:ea typeface="Calibri" pitchFamily="34" charset="-122"/>
                <a:cs typeface="Calibri" pitchFamily="34" charset="-120"/>
              </a:rPr>
              <a:t>BWC / Body Lens</a:t>
            </a:r>
            <a:endParaRPr lang="en-US" sz="800" b="1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B05F1CC-3480-5532-15E8-6F3DAE3B8B4C}"/>
              </a:ext>
            </a:extLst>
          </p:cNvPr>
          <p:cNvGrpSpPr/>
          <p:nvPr/>
        </p:nvGrpSpPr>
        <p:grpSpPr>
          <a:xfrm>
            <a:off x="1586484" y="2583660"/>
            <a:ext cx="749808" cy="591312"/>
            <a:chOff x="5591556" y="1067943"/>
            <a:chExt cx="749808" cy="591312"/>
          </a:xfrm>
        </p:grpSpPr>
        <p:sp>
          <p:nvSpPr>
            <p:cNvPr id="34" name="Text 32"/>
            <p:cNvSpPr/>
            <p:nvPr/>
          </p:nvSpPr>
          <p:spPr>
            <a:xfrm>
              <a:off x="5591556" y="1512951"/>
              <a:ext cx="749808" cy="14630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 dirty="0">
                  <a:ea typeface="Calibri" pitchFamily="34" charset="-122"/>
                  <a:cs typeface="Calibri" pitchFamily="34" charset="-120"/>
                </a:rPr>
                <a:t>Lambda</a:t>
              </a:r>
              <a:endParaRPr lang="en-US" sz="650" b="1" dirty="0"/>
            </a:p>
          </p:txBody>
        </p:sp>
        <p:pic>
          <p:nvPicPr>
            <p:cNvPr id="162" name="Picture 18">
              <a:extLst>
                <a:ext uri="{FF2B5EF4-FFF2-40B4-BE49-F238E27FC236}">
                  <a16:creationId xmlns:a16="http://schemas.microsoft.com/office/drawing/2014/main" id="{4D322250-8EF9-080D-6668-FDE47E9FEF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5000" y="1067943"/>
              <a:ext cx="457200" cy="457200"/>
            </a:xfrm>
            <a:prstGeom prst="rect">
              <a:avLst/>
            </a:prstGeom>
            <a:noFill/>
            <a:ln w="12700">
              <a:noFill/>
            </a:ln>
          </p:spPr>
        </p:pic>
      </p:grp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6BFF950D-4769-1772-F5A8-BD9888B011A5}"/>
              </a:ext>
            </a:extLst>
          </p:cNvPr>
          <p:cNvCxnSpPr>
            <a:cxnSpLocks/>
            <a:stCxn id="87" idx="3"/>
            <a:endCxn id="162" idx="0"/>
          </p:cNvCxnSpPr>
          <p:nvPr/>
        </p:nvCxnSpPr>
        <p:spPr>
          <a:xfrm flipH="1">
            <a:off x="1938528" y="1187424"/>
            <a:ext cx="4568952" cy="1396236"/>
          </a:xfrm>
          <a:prstGeom prst="bentConnector4">
            <a:avLst>
              <a:gd name="adj1" fmla="val -5003"/>
              <a:gd name="adj2" fmla="val 45800"/>
            </a:avLst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9851A20-BBF7-43F7-45B1-915EF87B46E6}"/>
              </a:ext>
            </a:extLst>
          </p:cNvPr>
          <p:cNvGrpSpPr/>
          <p:nvPr/>
        </p:nvGrpSpPr>
        <p:grpSpPr>
          <a:xfrm>
            <a:off x="3115310" y="2610221"/>
            <a:ext cx="749808" cy="576072"/>
            <a:chOff x="3950462" y="2627458"/>
            <a:chExt cx="749808" cy="576072"/>
          </a:xfrm>
        </p:grpSpPr>
        <p:sp>
          <p:nvSpPr>
            <p:cNvPr id="58" name="Text 56"/>
            <p:cNvSpPr/>
            <p:nvPr/>
          </p:nvSpPr>
          <p:spPr>
            <a:xfrm>
              <a:off x="3950462" y="3057226"/>
              <a:ext cx="749808" cy="14630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 dirty="0">
                  <a:ea typeface="Calibri" pitchFamily="34" charset="-122"/>
                  <a:cs typeface="Calibri" pitchFamily="34" charset="-120"/>
                </a:rPr>
                <a:t>Amazon SQS</a:t>
              </a:r>
              <a:endParaRPr lang="en-US" sz="650" b="1" dirty="0"/>
            </a:p>
          </p:txBody>
        </p:sp>
        <p:pic>
          <p:nvPicPr>
            <p:cNvPr id="2052" name="Picture 4">
              <a:extLst>
                <a:ext uri="{FF2B5EF4-FFF2-40B4-BE49-F238E27FC236}">
                  <a16:creationId xmlns:a16="http://schemas.microsoft.com/office/drawing/2014/main" id="{08FBF554-FB4B-E558-8F18-80033E8702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80510" y="2627458"/>
              <a:ext cx="457200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7" name="Rectangle 16" descr="Region group">
            <a:extLst>
              <a:ext uri="{FF2B5EF4-FFF2-40B4-BE49-F238E27FC236}">
                <a16:creationId xmlns:a16="http://schemas.microsoft.com/office/drawing/2014/main" id="{8F9554D9-467D-AA62-C7CB-091A6AF48070}"/>
              </a:ext>
            </a:extLst>
          </p:cNvPr>
          <p:cNvSpPr/>
          <p:nvPr/>
        </p:nvSpPr>
        <p:spPr>
          <a:xfrm>
            <a:off x="4088003" y="2138245"/>
            <a:ext cx="5807075" cy="1385913"/>
          </a:xfrm>
          <a:prstGeom prst="rect">
            <a:avLst/>
          </a:prstGeom>
          <a:noFill/>
          <a:ln w="15875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9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BFF4F7F-2976-E2B3-6362-14E055CD6534}"/>
              </a:ext>
            </a:extLst>
          </p:cNvPr>
          <p:cNvGrpSpPr/>
          <p:nvPr/>
        </p:nvGrpSpPr>
        <p:grpSpPr>
          <a:xfrm>
            <a:off x="10103321" y="2597267"/>
            <a:ext cx="749808" cy="533699"/>
            <a:chOff x="8230108" y="2652604"/>
            <a:chExt cx="749808" cy="533699"/>
          </a:xfrm>
        </p:grpSpPr>
        <p:pic>
          <p:nvPicPr>
            <p:cNvPr id="24" name="Picture 18">
              <a:extLst>
                <a:ext uri="{FF2B5EF4-FFF2-40B4-BE49-F238E27FC236}">
                  <a16:creationId xmlns:a16="http://schemas.microsoft.com/office/drawing/2014/main" id="{636BCF6E-198F-CFA2-DEA5-7435BE1406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75904" y="2652604"/>
              <a:ext cx="457200" cy="457200"/>
            </a:xfrm>
            <a:prstGeom prst="rect">
              <a:avLst/>
            </a:prstGeom>
            <a:noFill/>
            <a:ln w="12700">
              <a:noFill/>
            </a:ln>
          </p:spPr>
        </p:pic>
        <p:sp>
          <p:nvSpPr>
            <p:cNvPr id="25" name="Text 52">
              <a:extLst>
                <a:ext uri="{FF2B5EF4-FFF2-40B4-BE49-F238E27FC236}">
                  <a16:creationId xmlns:a16="http://schemas.microsoft.com/office/drawing/2014/main" id="{FDB36D05-6199-6CFF-5E0D-5CCA10B91D56}"/>
                </a:ext>
              </a:extLst>
            </p:cNvPr>
            <p:cNvSpPr/>
            <p:nvPr/>
          </p:nvSpPr>
          <p:spPr>
            <a:xfrm>
              <a:off x="8230108" y="3039999"/>
              <a:ext cx="749808" cy="14630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 dirty="0">
                  <a:ea typeface="Calibri" pitchFamily="34" charset="-122"/>
                  <a:cs typeface="Calibri" pitchFamily="34" charset="-120"/>
                </a:rPr>
                <a:t>Lambda</a:t>
              </a:r>
              <a:endParaRPr lang="en-US" sz="650" b="1" dirty="0"/>
            </a:p>
          </p:txBody>
        </p:sp>
      </p:grp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D81CFAAF-5E2E-3268-42BE-C31FC101A628}"/>
              </a:ext>
            </a:extLst>
          </p:cNvPr>
          <p:cNvCxnSpPr>
            <a:cxnSpLocks/>
            <a:endCxn id="62" idx="0"/>
          </p:cNvCxnSpPr>
          <p:nvPr/>
        </p:nvCxnSpPr>
        <p:spPr>
          <a:xfrm rot="10800000" flipV="1">
            <a:off x="6048756" y="2024828"/>
            <a:ext cx="4298442" cy="713518"/>
          </a:xfrm>
          <a:prstGeom prst="bentConnector2">
            <a:avLst/>
          </a:prstGeom>
          <a:ln w="9525"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Picture 6">
            <a:extLst>
              <a:ext uri="{FF2B5EF4-FFF2-40B4-BE49-F238E27FC236}">
                <a16:creationId xmlns:a16="http://schemas.microsoft.com/office/drawing/2014/main" id="{14D8C7CD-71E0-A434-2FD4-6DB867D052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6764" y="1968418"/>
            <a:ext cx="338363" cy="361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3" name="Text 41">
            <a:extLst>
              <a:ext uri="{FF2B5EF4-FFF2-40B4-BE49-F238E27FC236}">
                <a16:creationId xmlns:a16="http://schemas.microsoft.com/office/drawing/2014/main" id="{9709C5A9-2094-FFDD-88E9-BFE5F2AE4795}"/>
              </a:ext>
            </a:extLst>
          </p:cNvPr>
          <p:cNvSpPr/>
          <p:nvPr/>
        </p:nvSpPr>
        <p:spPr>
          <a:xfrm>
            <a:off x="1626106" y="852710"/>
            <a:ext cx="1240538" cy="164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tx2">
                    <a:lumMod val="25000"/>
                    <a:lumOff val="75000"/>
                  </a:schemeClr>
                </a:solidFill>
                <a:ea typeface="Calibri" pitchFamily="34" charset="-122"/>
                <a:cs typeface="Calibri" pitchFamily="34" charset="-120"/>
              </a:rPr>
              <a:t>INGESTION</a:t>
            </a:r>
            <a:endParaRPr lang="en-US" sz="1200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164" name="Text 41">
            <a:extLst>
              <a:ext uri="{FF2B5EF4-FFF2-40B4-BE49-F238E27FC236}">
                <a16:creationId xmlns:a16="http://schemas.microsoft.com/office/drawing/2014/main" id="{2B7ABFFE-0C61-BD10-9863-AF19940AFE0F}"/>
              </a:ext>
            </a:extLst>
          </p:cNvPr>
          <p:cNvSpPr/>
          <p:nvPr/>
        </p:nvSpPr>
        <p:spPr>
          <a:xfrm>
            <a:off x="1672529" y="1822166"/>
            <a:ext cx="2674988" cy="256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tx2">
                    <a:lumMod val="25000"/>
                    <a:lumOff val="75000"/>
                  </a:schemeClr>
                </a:solidFill>
                <a:ea typeface="Calibri" pitchFamily="34" charset="-122"/>
                <a:cs typeface="Calibri" pitchFamily="34" charset="-120"/>
              </a:rPr>
              <a:t>PRE- PROCESS . AI CORE</a:t>
            </a:r>
            <a:endParaRPr lang="en-US" sz="1200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166" name="Shape 75">
            <a:extLst>
              <a:ext uri="{FF2B5EF4-FFF2-40B4-BE49-F238E27FC236}">
                <a16:creationId xmlns:a16="http://schemas.microsoft.com/office/drawing/2014/main" id="{7B26B3EF-9805-EA42-54CF-1FDF1E3F4885}"/>
              </a:ext>
            </a:extLst>
          </p:cNvPr>
          <p:cNvSpPr/>
          <p:nvPr/>
        </p:nvSpPr>
        <p:spPr>
          <a:xfrm>
            <a:off x="9944614" y="2862425"/>
            <a:ext cx="237744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 b="1"/>
          </a:p>
        </p:txBody>
      </p:sp>
      <p:cxnSp>
        <p:nvCxnSpPr>
          <p:cNvPr id="167" name="Connector: Elbow 166">
            <a:extLst>
              <a:ext uri="{FF2B5EF4-FFF2-40B4-BE49-F238E27FC236}">
                <a16:creationId xmlns:a16="http://schemas.microsoft.com/office/drawing/2014/main" id="{DA269838-4183-F4D5-1533-24507F95DA31}"/>
              </a:ext>
            </a:extLst>
          </p:cNvPr>
          <p:cNvCxnSpPr>
            <a:cxnSpLocks/>
            <a:stCxn id="24" idx="3"/>
            <a:endCxn id="2054" idx="0"/>
          </p:cNvCxnSpPr>
          <p:nvPr/>
        </p:nvCxnSpPr>
        <p:spPr>
          <a:xfrm flipH="1">
            <a:off x="4071579" y="2825867"/>
            <a:ext cx="6634738" cy="1325417"/>
          </a:xfrm>
          <a:prstGeom prst="bentConnector4">
            <a:avLst>
              <a:gd name="adj1" fmla="val -3446"/>
              <a:gd name="adj2" fmla="val 73188"/>
            </a:avLst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cxnSp>
      <p:sp>
        <p:nvSpPr>
          <p:cNvPr id="172" name="Text 41">
            <a:extLst>
              <a:ext uri="{FF2B5EF4-FFF2-40B4-BE49-F238E27FC236}">
                <a16:creationId xmlns:a16="http://schemas.microsoft.com/office/drawing/2014/main" id="{678AE899-A8EA-04AE-AD3A-877E359477D7}"/>
              </a:ext>
            </a:extLst>
          </p:cNvPr>
          <p:cNvSpPr/>
          <p:nvPr/>
        </p:nvSpPr>
        <p:spPr>
          <a:xfrm>
            <a:off x="1632344" y="3431601"/>
            <a:ext cx="2401683" cy="256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tx2">
                    <a:lumMod val="25000"/>
                    <a:lumOff val="75000"/>
                  </a:schemeClr>
                </a:solidFill>
                <a:ea typeface="Calibri" pitchFamily="34" charset="-122"/>
                <a:cs typeface="Calibri" pitchFamily="34" charset="-120"/>
              </a:rPr>
              <a:t>RESULTS &amp; RETENTION</a:t>
            </a:r>
            <a:endParaRPr lang="en-US" sz="1200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174" name="Text 41">
            <a:extLst>
              <a:ext uri="{FF2B5EF4-FFF2-40B4-BE49-F238E27FC236}">
                <a16:creationId xmlns:a16="http://schemas.microsoft.com/office/drawing/2014/main" id="{1681625B-92EA-F67C-1416-B5BCA353F714}"/>
              </a:ext>
            </a:extLst>
          </p:cNvPr>
          <p:cNvSpPr/>
          <p:nvPr/>
        </p:nvSpPr>
        <p:spPr>
          <a:xfrm>
            <a:off x="1632345" y="4934919"/>
            <a:ext cx="1277094" cy="256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tx2">
                    <a:lumMod val="25000"/>
                    <a:lumOff val="75000"/>
                  </a:schemeClr>
                </a:solidFill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F09E35E7-FFD7-7388-F9BD-35A611F5EB24}"/>
              </a:ext>
            </a:extLst>
          </p:cNvPr>
          <p:cNvGrpSpPr/>
          <p:nvPr/>
        </p:nvGrpSpPr>
        <p:grpSpPr>
          <a:xfrm>
            <a:off x="4759854" y="5407368"/>
            <a:ext cx="749808" cy="755014"/>
            <a:chOff x="3947033" y="5333753"/>
            <a:chExt cx="749808" cy="755014"/>
          </a:xfrm>
        </p:grpSpPr>
        <p:sp>
          <p:nvSpPr>
            <p:cNvPr id="138" name="Text 136"/>
            <p:cNvSpPr/>
            <p:nvPr/>
          </p:nvSpPr>
          <p:spPr>
            <a:xfrm>
              <a:off x="3947033" y="5741296"/>
              <a:ext cx="749808" cy="14630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 dirty="0">
                  <a:ea typeface="Calibri" pitchFamily="34" charset="-122"/>
                  <a:cs typeface="Calibri" pitchFamily="34" charset="-120"/>
                </a:rPr>
                <a:t>REST API GW</a:t>
              </a:r>
              <a:endParaRPr lang="en-US" sz="650" b="1" dirty="0"/>
            </a:p>
          </p:txBody>
        </p:sp>
        <p:sp>
          <p:nvSpPr>
            <p:cNvPr id="139" name="Text 137"/>
            <p:cNvSpPr/>
            <p:nvPr/>
          </p:nvSpPr>
          <p:spPr>
            <a:xfrm>
              <a:off x="4020185" y="5855628"/>
              <a:ext cx="603504" cy="23313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550" b="1" dirty="0">
                  <a:ea typeface="Calibri" pitchFamily="34" charset="-122"/>
                  <a:cs typeface="Calibri" pitchFamily="34" charset="-120"/>
                </a:rPr>
                <a:t>Agent portal</a:t>
              </a:r>
              <a:endParaRPr lang="en-US" sz="550" b="1" dirty="0"/>
            </a:p>
            <a:p>
              <a:pPr marL="0" indent="0">
                <a:buNone/>
              </a:pPr>
              <a:r>
                <a:rPr lang="en-US" sz="550" b="1" dirty="0">
                  <a:ea typeface="Calibri" pitchFamily="34" charset="-122"/>
                  <a:cs typeface="Calibri" pitchFamily="34" charset="-120"/>
                </a:rPr>
                <a:t>SOP admin / ECB</a:t>
              </a:r>
              <a:endParaRPr lang="en-US" sz="550" b="1" dirty="0"/>
            </a:p>
          </p:txBody>
        </p:sp>
        <p:pic>
          <p:nvPicPr>
            <p:cNvPr id="2064" name="Picture 16">
              <a:extLst>
                <a:ext uri="{FF2B5EF4-FFF2-40B4-BE49-F238E27FC236}">
                  <a16:creationId xmlns:a16="http://schemas.microsoft.com/office/drawing/2014/main" id="{AD3A619B-70CA-FB9E-07F1-1A37076CF8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20435" y="5333753"/>
              <a:ext cx="403005" cy="4030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2" name="Text 6">
            <a:extLst>
              <a:ext uri="{FF2B5EF4-FFF2-40B4-BE49-F238E27FC236}">
                <a16:creationId xmlns:a16="http://schemas.microsoft.com/office/drawing/2014/main" id="{037D9B87-4918-DEB8-DB86-B3EDA1570006}"/>
              </a:ext>
            </a:extLst>
          </p:cNvPr>
          <p:cNvSpPr/>
          <p:nvPr/>
        </p:nvSpPr>
        <p:spPr>
          <a:xfrm>
            <a:off x="1945408" y="620475"/>
            <a:ext cx="3225524" cy="210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7B68EE"/>
                </a:solidFill>
                <a:ea typeface="Calibri" pitchFamily="34" charset="-122"/>
                <a:cs typeface="Calibri" pitchFamily="34" charset="-120"/>
              </a:rPr>
              <a:t>VPC · Private Subnets · VPC Endpoints (S3, Lambda, SQS) · all traffic stays on AWS backbone</a:t>
            </a:r>
            <a:endParaRPr lang="en-US" sz="600" dirty="0"/>
          </a:p>
        </p:txBody>
      </p:sp>
      <p:sp>
        <p:nvSpPr>
          <p:cNvPr id="184" name="Text 4">
            <a:extLst>
              <a:ext uri="{FF2B5EF4-FFF2-40B4-BE49-F238E27FC236}">
                <a16:creationId xmlns:a16="http://schemas.microsoft.com/office/drawing/2014/main" id="{9AB0A92F-29C0-CDC1-C119-EBC6022C16EB}"/>
              </a:ext>
            </a:extLst>
          </p:cNvPr>
          <p:cNvSpPr/>
          <p:nvPr/>
        </p:nvSpPr>
        <p:spPr>
          <a:xfrm>
            <a:off x="1551686" y="473398"/>
            <a:ext cx="1183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E87D26"/>
                </a:solidFill>
                <a:ea typeface="Calibri" pitchFamily="34" charset="-122"/>
                <a:cs typeface="Calibri" pitchFamily="34" charset="-120"/>
              </a:rPr>
              <a:t>AWS Account · eu-west-2 London</a:t>
            </a:r>
            <a:endParaRPr lang="en-US" sz="600" dirty="0"/>
          </a:p>
        </p:txBody>
      </p:sp>
      <p:pic>
        <p:nvPicPr>
          <p:cNvPr id="2066" name="Picture 18">
            <a:extLst>
              <a:ext uri="{FF2B5EF4-FFF2-40B4-BE49-F238E27FC236}">
                <a16:creationId xmlns:a16="http://schemas.microsoft.com/office/drawing/2014/main" id="{D6D91067-0C48-A2AC-5D76-396A7C571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6649" y="6453410"/>
            <a:ext cx="847723" cy="31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E385FBB1-33E8-CEDA-062F-9F9E440D5232}"/>
              </a:ext>
            </a:extLst>
          </p:cNvPr>
          <p:cNvGrpSpPr/>
          <p:nvPr/>
        </p:nvGrpSpPr>
        <p:grpSpPr>
          <a:xfrm>
            <a:off x="4337304" y="1056801"/>
            <a:ext cx="749808" cy="577596"/>
            <a:chOff x="2574036" y="1081659"/>
            <a:chExt cx="749808" cy="577596"/>
          </a:xfrm>
        </p:grpSpPr>
        <p:sp>
          <p:nvSpPr>
            <p:cNvPr id="14" name="Text 16"/>
            <p:cNvSpPr/>
            <p:nvPr/>
          </p:nvSpPr>
          <p:spPr>
            <a:xfrm>
              <a:off x="2574036" y="1512951"/>
              <a:ext cx="749808" cy="14630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 dirty="0">
                  <a:ea typeface="Calibri" pitchFamily="34" charset="-122"/>
                  <a:cs typeface="Calibri" pitchFamily="34" charset="-120"/>
                </a:rPr>
                <a:t>AWS WAF</a:t>
              </a:r>
              <a:endParaRPr lang="en-US" sz="650" b="1" dirty="0"/>
            </a:p>
          </p:txBody>
        </p:sp>
        <p:pic>
          <p:nvPicPr>
            <p:cNvPr id="21" name="Picture 8">
              <a:extLst>
                <a:ext uri="{FF2B5EF4-FFF2-40B4-BE49-F238E27FC236}">
                  <a16:creationId xmlns:a16="http://schemas.microsoft.com/office/drawing/2014/main" id="{12A331A6-7490-C10D-E2C0-FA50965B14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12718" y="1081659"/>
              <a:ext cx="457200" cy="457200"/>
            </a:xfrm>
            <a:prstGeom prst="rect">
              <a:avLst/>
            </a:prstGeom>
            <a:noFill/>
            <a:ln w="12700">
              <a:noFill/>
            </a:ln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2402BBF-A920-20F1-5222-8E562CACC808}"/>
              </a:ext>
            </a:extLst>
          </p:cNvPr>
          <p:cNvGrpSpPr/>
          <p:nvPr/>
        </p:nvGrpSpPr>
        <p:grpSpPr>
          <a:xfrm>
            <a:off x="3616833" y="1035974"/>
            <a:ext cx="749808" cy="584707"/>
            <a:chOff x="2592705" y="1060831"/>
            <a:chExt cx="749808" cy="584707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349C5978-615B-3CD1-522E-146CA5D879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70540" y="1060831"/>
              <a:ext cx="39413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Text 16">
              <a:extLst>
                <a:ext uri="{FF2B5EF4-FFF2-40B4-BE49-F238E27FC236}">
                  <a16:creationId xmlns:a16="http://schemas.microsoft.com/office/drawing/2014/main" id="{5EED08ED-2694-B4B1-6A86-2356BCF6AB33}"/>
                </a:ext>
              </a:extLst>
            </p:cNvPr>
            <p:cNvSpPr/>
            <p:nvPr/>
          </p:nvSpPr>
          <p:spPr>
            <a:xfrm>
              <a:off x="2592705" y="1499234"/>
              <a:ext cx="749808" cy="14630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 dirty="0">
                  <a:ea typeface="Calibri" pitchFamily="34" charset="-122"/>
                  <a:cs typeface="Calibri" pitchFamily="34" charset="-120"/>
                </a:rPr>
                <a:t>AWS CloudFront</a:t>
              </a:r>
              <a:endParaRPr lang="en-US" sz="650" b="1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016AAAE-7C72-EF80-5888-31F7E870C640}"/>
              </a:ext>
            </a:extLst>
          </p:cNvPr>
          <p:cNvGrpSpPr/>
          <p:nvPr/>
        </p:nvGrpSpPr>
        <p:grpSpPr>
          <a:xfrm>
            <a:off x="5073967" y="1001428"/>
            <a:ext cx="749808" cy="591312"/>
            <a:chOff x="5591556" y="1067943"/>
            <a:chExt cx="749808" cy="591312"/>
          </a:xfrm>
        </p:grpSpPr>
        <p:sp>
          <p:nvSpPr>
            <p:cNvPr id="37" name="Text 32">
              <a:extLst>
                <a:ext uri="{FF2B5EF4-FFF2-40B4-BE49-F238E27FC236}">
                  <a16:creationId xmlns:a16="http://schemas.microsoft.com/office/drawing/2014/main" id="{53BD5A45-FCD3-4722-581A-908AB7EC11FB}"/>
                </a:ext>
              </a:extLst>
            </p:cNvPr>
            <p:cNvSpPr/>
            <p:nvPr/>
          </p:nvSpPr>
          <p:spPr>
            <a:xfrm>
              <a:off x="5591556" y="1512951"/>
              <a:ext cx="749808" cy="14630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 dirty="0">
                  <a:ea typeface="Calibri" pitchFamily="34" charset="-122"/>
                  <a:cs typeface="Calibri" pitchFamily="34" charset="-120"/>
                </a:rPr>
                <a:t>Lambda </a:t>
              </a:r>
            </a:p>
            <a:p>
              <a:pPr marL="0" indent="0" algn="ctr">
                <a:buNone/>
              </a:pPr>
              <a:r>
                <a:rPr lang="en-US" sz="650" b="1" dirty="0" err="1">
                  <a:ea typeface="Calibri" pitchFamily="34" charset="-122"/>
                  <a:cs typeface="Calibri" pitchFamily="34" charset="-120"/>
                </a:rPr>
                <a:t>Presigned</a:t>
              </a:r>
              <a:r>
                <a:rPr lang="en-US" sz="650" b="1" dirty="0">
                  <a:ea typeface="Calibri" pitchFamily="34" charset="-122"/>
                  <a:cs typeface="Calibri" pitchFamily="34" charset="-120"/>
                </a:rPr>
                <a:t> URL</a:t>
              </a:r>
              <a:endParaRPr lang="en-US" sz="650" b="1" dirty="0"/>
            </a:p>
          </p:txBody>
        </p:sp>
        <p:pic>
          <p:nvPicPr>
            <p:cNvPr id="40" name="Picture 18">
              <a:extLst>
                <a:ext uri="{FF2B5EF4-FFF2-40B4-BE49-F238E27FC236}">
                  <a16:creationId xmlns:a16="http://schemas.microsoft.com/office/drawing/2014/main" id="{1E9B2C35-4BBB-D5D2-3C80-7D266DAC69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5000" y="1067943"/>
              <a:ext cx="457200" cy="457200"/>
            </a:xfrm>
            <a:prstGeom prst="rect">
              <a:avLst/>
            </a:prstGeom>
            <a:noFill/>
            <a:ln w="12700">
              <a:noFill/>
            </a:ln>
          </p:spPr>
        </p:pic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DF5F76A-DCC7-2A90-C691-1B916E55FA94}"/>
              </a:ext>
            </a:extLst>
          </p:cNvPr>
          <p:cNvGrpSpPr/>
          <p:nvPr/>
        </p:nvGrpSpPr>
        <p:grpSpPr>
          <a:xfrm>
            <a:off x="4187898" y="2641081"/>
            <a:ext cx="1536753" cy="461665"/>
            <a:chOff x="8996112" y="1149581"/>
            <a:chExt cx="1536753" cy="461665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FAC01E12-E34F-4E28-1F4A-76C5E86365DE}"/>
                </a:ext>
              </a:extLst>
            </p:cNvPr>
            <p:cNvGrpSpPr/>
            <p:nvPr/>
          </p:nvGrpSpPr>
          <p:grpSpPr>
            <a:xfrm>
              <a:off x="8996112" y="1149581"/>
              <a:ext cx="1495097" cy="461665"/>
              <a:chOff x="9600960" y="1926336"/>
              <a:chExt cx="1217154" cy="720088"/>
            </a:xfrm>
          </p:grpSpPr>
          <p:sp>
            <p:nvSpPr>
              <p:cNvPr id="45" name="Shape 92">
                <a:extLst>
                  <a:ext uri="{FF2B5EF4-FFF2-40B4-BE49-F238E27FC236}">
                    <a16:creationId xmlns:a16="http://schemas.microsoft.com/office/drawing/2014/main" id="{AE7412C7-6FAA-5EF0-E7BF-2DE7607C8081}"/>
                  </a:ext>
                </a:extLst>
              </p:cNvPr>
              <p:cNvSpPr/>
              <p:nvPr/>
            </p:nvSpPr>
            <p:spPr>
              <a:xfrm>
                <a:off x="9640062" y="1926336"/>
                <a:ext cx="1178052" cy="720088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prstDash val="sysDash"/>
              </a:ln>
            </p:spPr>
            <p:txBody>
              <a:bodyPr/>
              <a:lstStyle/>
              <a:p>
                <a:endParaRPr lang="en-US" b="1"/>
              </a:p>
            </p:txBody>
          </p:sp>
          <p:sp>
            <p:nvSpPr>
              <p:cNvPr id="48" name="Text 93">
                <a:extLst>
                  <a:ext uri="{FF2B5EF4-FFF2-40B4-BE49-F238E27FC236}">
                    <a16:creationId xmlns:a16="http://schemas.microsoft.com/office/drawing/2014/main" id="{B4130424-B2B3-8BA3-25AA-A4A309EC7441}"/>
                  </a:ext>
                </a:extLst>
              </p:cNvPr>
              <p:cNvSpPr/>
              <p:nvPr/>
            </p:nvSpPr>
            <p:spPr>
              <a:xfrm>
                <a:off x="9600960" y="2136001"/>
                <a:ext cx="363792" cy="189666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800" b="1" dirty="0">
                    <a:solidFill>
                      <a:schemeClr val="bg2">
                        <a:lumMod val="75000"/>
                      </a:schemeClr>
                    </a:solidFill>
                  </a:rPr>
                  <a:t>ECS</a:t>
                </a:r>
              </a:p>
            </p:txBody>
          </p:sp>
          <p:sp>
            <p:nvSpPr>
              <p:cNvPr id="49" name="Text 94">
                <a:extLst>
                  <a:ext uri="{FF2B5EF4-FFF2-40B4-BE49-F238E27FC236}">
                    <a16:creationId xmlns:a16="http://schemas.microsoft.com/office/drawing/2014/main" id="{D06675A1-EC0B-3D89-0C53-7350C3240A2E}"/>
                  </a:ext>
                </a:extLst>
              </p:cNvPr>
              <p:cNvSpPr/>
              <p:nvPr/>
            </p:nvSpPr>
            <p:spPr>
              <a:xfrm>
                <a:off x="9748934" y="2279841"/>
                <a:ext cx="984148" cy="29448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800" b="1" dirty="0">
                    <a:solidFill>
                      <a:schemeClr val="bg2">
                        <a:lumMod val="75000"/>
                      </a:schemeClr>
                    </a:solidFill>
                  </a:rPr>
                  <a:t>Extract WAV 16Khz mono</a:t>
                </a:r>
              </a:p>
            </p:txBody>
          </p:sp>
        </p:grpSp>
        <p:sp>
          <p:nvSpPr>
            <p:cNvPr id="52" name="Text 93">
              <a:extLst>
                <a:ext uri="{FF2B5EF4-FFF2-40B4-BE49-F238E27FC236}">
                  <a16:creationId xmlns:a16="http://schemas.microsoft.com/office/drawing/2014/main" id="{F0B5354C-A372-67A4-3F83-9F60B57C62FE}"/>
                </a:ext>
              </a:extLst>
            </p:cNvPr>
            <p:cNvSpPr/>
            <p:nvPr/>
          </p:nvSpPr>
          <p:spPr>
            <a:xfrm>
              <a:off x="9291952" y="1222887"/>
              <a:ext cx="1240913" cy="2336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chemeClr val="bg2">
                      <a:lumMod val="75000"/>
                    </a:schemeClr>
                  </a:solidFill>
                </a:rPr>
                <a:t>Orchestration FFMPEG</a:t>
              </a:r>
            </a:p>
          </p:txBody>
        </p:sp>
      </p:grpSp>
      <p:sp>
        <p:nvSpPr>
          <p:cNvPr id="56" name="Shape 57">
            <a:extLst>
              <a:ext uri="{FF2B5EF4-FFF2-40B4-BE49-F238E27FC236}">
                <a16:creationId xmlns:a16="http://schemas.microsoft.com/office/drawing/2014/main" id="{59BAC58C-75E7-8F17-B891-7A5EDC92797D}"/>
              </a:ext>
            </a:extLst>
          </p:cNvPr>
          <p:cNvSpPr/>
          <p:nvPr/>
        </p:nvSpPr>
        <p:spPr>
          <a:xfrm>
            <a:off x="5699761" y="2884541"/>
            <a:ext cx="18288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 b="1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C1F5AA3-7C50-6CFE-1152-05538AAB3C5B}"/>
              </a:ext>
            </a:extLst>
          </p:cNvPr>
          <p:cNvGrpSpPr/>
          <p:nvPr/>
        </p:nvGrpSpPr>
        <p:grpSpPr>
          <a:xfrm>
            <a:off x="5939028" y="938945"/>
            <a:ext cx="749808" cy="719933"/>
            <a:chOff x="2464308" y="4208907"/>
            <a:chExt cx="749808" cy="719933"/>
          </a:xfrm>
        </p:grpSpPr>
        <p:sp>
          <p:nvSpPr>
            <p:cNvPr id="85" name="Text 105">
              <a:extLst>
                <a:ext uri="{FF2B5EF4-FFF2-40B4-BE49-F238E27FC236}">
                  <a16:creationId xmlns:a16="http://schemas.microsoft.com/office/drawing/2014/main" id="{671FB10B-0906-2399-D27E-3083B125C7FC}"/>
                </a:ext>
              </a:extLst>
            </p:cNvPr>
            <p:cNvSpPr/>
            <p:nvPr/>
          </p:nvSpPr>
          <p:spPr>
            <a:xfrm>
              <a:off x="2464308" y="4636582"/>
              <a:ext cx="749808" cy="14630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 dirty="0">
                  <a:ea typeface="Calibri" pitchFamily="34" charset="-122"/>
                  <a:cs typeface="Calibri" pitchFamily="34" charset="-120"/>
                </a:rPr>
                <a:t>S3 Object Lock</a:t>
              </a:r>
              <a:endParaRPr lang="en-US" sz="650" b="1" dirty="0"/>
            </a:p>
          </p:txBody>
        </p:sp>
        <p:sp>
          <p:nvSpPr>
            <p:cNvPr id="86" name="Text 106">
              <a:extLst>
                <a:ext uri="{FF2B5EF4-FFF2-40B4-BE49-F238E27FC236}">
                  <a16:creationId xmlns:a16="http://schemas.microsoft.com/office/drawing/2014/main" id="{A47EB404-8625-5E9C-6CEB-654340A18231}"/>
                </a:ext>
              </a:extLst>
            </p:cNvPr>
            <p:cNvSpPr/>
            <p:nvPr/>
          </p:nvSpPr>
          <p:spPr>
            <a:xfrm>
              <a:off x="2615586" y="4721535"/>
              <a:ext cx="453137" cy="20730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550" b="1" dirty="0">
                  <a:ea typeface="Calibri" pitchFamily="34" charset="-122"/>
                  <a:cs typeface="Calibri" pitchFamily="34" charset="-120"/>
                </a:rPr>
                <a:t>footage vault</a:t>
              </a:r>
              <a:endParaRPr lang="en-US" sz="550" b="1" dirty="0"/>
            </a:p>
          </p:txBody>
        </p:sp>
        <p:pic>
          <p:nvPicPr>
            <p:cNvPr id="87" name="Picture 8">
              <a:extLst>
                <a:ext uri="{FF2B5EF4-FFF2-40B4-BE49-F238E27FC236}">
                  <a16:creationId xmlns:a16="http://schemas.microsoft.com/office/drawing/2014/main" id="{386F82DC-46FF-522D-EEE9-77FB4C5052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5560" y="4208907"/>
              <a:ext cx="457200" cy="4969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A9386533-DE95-8F9B-C264-6BFFBD1CB173}"/>
              </a:ext>
            </a:extLst>
          </p:cNvPr>
          <p:cNvGrpSpPr/>
          <p:nvPr/>
        </p:nvGrpSpPr>
        <p:grpSpPr>
          <a:xfrm>
            <a:off x="2363724" y="2546339"/>
            <a:ext cx="749808" cy="761522"/>
            <a:chOff x="6355080" y="1070992"/>
            <a:chExt cx="749808" cy="761522"/>
          </a:xfrm>
        </p:grpSpPr>
        <p:sp>
          <p:nvSpPr>
            <p:cNvPr id="38" name="Text 36"/>
            <p:cNvSpPr/>
            <p:nvPr/>
          </p:nvSpPr>
          <p:spPr>
            <a:xfrm>
              <a:off x="6355080" y="1512951"/>
              <a:ext cx="749808" cy="14630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 dirty="0">
                  <a:ea typeface="Calibri" pitchFamily="34" charset="-122"/>
                  <a:cs typeface="Calibri" pitchFamily="34" charset="-120"/>
                </a:rPr>
                <a:t>DynamoDB</a:t>
              </a:r>
              <a:endParaRPr lang="en-US" sz="650" b="1" dirty="0"/>
            </a:p>
          </p:txBody>
        </p:sp>
        <p:pic>
          <p:nvPicPr>
            <p:cNvPr id="2" name="Picture 2">
              <a:extLst>
                <a:ext uri="{FF2B5EF4-FFF2-40B4-BE49-F238E27FC236}">
                  <a16:creationId xmlns:a16="http://schemas.microsoft.com/office/drawing/2014/main" id="{F1244832-416A-6B64-08A5-C8A84B9E9C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01384" y="1070992"/>
              <a:ext cx="457200" cy="457200"/>
            </a:xfrm>
            <a:prstGeom prst="rect">
              <a:avLst/>
            </a:prstGeom>
            <a:noFill/>
            <a:ln w="12700">
              <a:noFill/>
            </a:ln>
          </p:spPr>
        </p:pic>
        <p:sp>
          <p:nvSpPr>
            <p:cNvPr id="91" name="Text 111"/>
            <p:cNvSpPr/>
            <p:nvPr/>
          </p:nvSpPr>
          <p:spPr>
            <a:xfrm>
              <a:off x="6369558" y="1576482"/>
              <a:ext cx="720852" cy="25603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550" b="1" dirty="0">
                  <a:ea typeface="Calibri" pitchFamily="34" charset="-122"/>
                  <a:cs typeface="Calibri" pitchFamily="34" charset="-120"/>
                </a:rPr>
                <a:t>SOP config · case data</a:t>
              </a:r>
              <a:endParaRPr lang="en-US" sz="550" b="1" dirty="0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D2818ED5-D6F0-BF6D-536D-8D1FF9B119E6}"/>
              </a:ext>
            </a:extLst>
          </p:cNvPr>
          <p:cNvGrpSpPr/>
          <p:nvPr/>
        </p:nvGrpSpPr>
        <p:grpSpPr>
          <a:xfrm>
            <a:off x="2984119" y="5399137"/>
            <a:ext cx="749808" cy="577596"/>
            <a:chOff x="2574036" y="1081659"/>
            <a:chExt cx="749808" cy="577596"/>
          </a:xfrm>
        </p:grpSpPr>
        <p:sp>
          <p:nvSpPr>
            <p:cNvPr id="106" name="Text 16">
              <a:extLst>
                <a:ext uri="{FF2B5EF4-FFF2-40B4-BE49-F238E27FC236}">
                  <a16:creationId xmlns:a16="http://schemas.microsoft.com/office/drawing/2014/main" id="{172E89DB-C30B-1C0E-A931-35C92165A67E}"/>
                </a:ext>
              </a:extLst>
            </p:cNvPr>
            <p:cNvSpPr/>
            <p:nvPr/>
          </p:nvSpPr>
          <p:spPr>
            <a:xfrm>
              <a:off x="2574036" y="1512951"/>
              <a:ext cx="749808" cy="14630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 dirty="0">
                  <a:ea typeface="Calibri" pitchFamily="34" charset="-122"/>
                  <a:cs typeface="Calibri" pitchFamily="34" charset="-120"/>
                </a:rPr>
                <a:t>AWS WAF</a:t>
              </a:r>
              <a:endParaRPr lang="en-US" sz="650" b="1" dirty="0"/>
            </a:p>
          </p:txBody>
        </p:sp>
        <p:pic>
          <p:nvPicPr>
            <p:cNvPr id="110" name="Picture 8">
              <a:extLst>
                <a:ext uri="{FF2B5EF4-FFF2-40B4-BE49-F238E27FC236}">
                  <a16:creationId xmlns:a16="http://schemas.microsoft.com/office/drawing/2014/main" id="{45CD552D-278E-322B-F75D-8F070E77D2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12718" y="1081659"/>
              <a:ext cx="457200" cy="457200"/>
            </a:xfrm>
            <a:prstGeom prst="rect">
              <a:avLst/>
            </a:prstGeom>
            <a:noFill/>
            <a:ln w="12700">
              <a:noFill/>
            </a:ln>
          </p:spPr>
        </p:pic>
      </p:grpSp>
      <p:sp>
        <p:nvSpPr>
          <p:cNvPr id="111" name="Shape 128">
            <a:extLst>
              <a:ext uri="{FF2B5EF4-FFF2-40B4-BE49-F238E27FC236}">
                <a16:creationId xmlns:a16="http://schemas.microsoft.com/office/drawing/2014/main" id="{02D57005-DA4C-2394-3F39-A7680A8C4509}"/>
              </a:ext>
            </a:extLst>
          </p:cNvPr>
          <p:cNvSpPr/>
          <p:nvPr/>
        </p:nvSpPr>
        <p:spPr>
          <a:xfrm>
            <a:off x="3655781" y="5629570"/>
            <a:ext cx="201168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 b="1"/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38BE50F6-3FAE-F851-1281-4E7863647CE8}"/>
              </a:ext>
            </a:extLst>
          </p:cNvPr>
          <p:cNvGrpSpPr/>
          <p:nvPr/>
        </p:nvGrpSpPr>
        <p:grpSpPr>
          <a:xfrm>
            <a:off x="3817840" y="5408053"/>
            <a:ext cx="749808" cy="582168"/>
            <a:chOff x="4055364" y="1077087"/>
            <a:chExt cx="749808" cy="582168"/>
          </a:xfrm>
        </p:grpSpPr>
        <p:sp>
          <p:nvSpPr>
            <p:cNvPr id="116" name="Text 24">
              <a:extLst>
                <a:ext uri="{FF2B5EF4-FFF2-40B4-BE49-F238E27FC236}">
                  <a16:creationId xmlns:a16="http://schemas.microsoft.com/office/drawing/2014/main" id="{75F826E6-6886-69C6-8978-EA86D95CE363}"/>
                </a:ext>
              </a:extLst>
            </p:cNvPr>
            <p:cNvSpPr/>
            <p:nvPr/>
          </p:nvSpPr>
          <p:spPr>
            <a:xfrm>
              <a:off x="4055364" y="1512951"/>
              <a:ext cx="749808" cy="14630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 dirty="0">
                  <a:ea typeface="Calibri" pitchFamily="34" charset="-122"/>
                  <a:cs typeface="Calibri" pitchFamily="34" charset="-120"/>
                </a:rPr>
                <a:t>Cognito</a:t>
              </a:r>
              <a:endParaRPr lang="en-US" sz="650" b="1" dirty="0"/>
            </a:p>
          </p:txBody>
        </p:sp>
        <p:pic>
          <p:nvPicPr>
            <p:cNvPr id="120" name="Picture 14">
              <a:extLst>
                <a:ext uri="{FF2B5EF4-FFF2-40B4-BE49-F238E27FC236}">
                  <a16:creationId xmlns:a16="http://schemas.microsoft.com/office/drawing/2014/main" id="{B08A9853-00DC-9A17-9BFB-FD05DF7B72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10812" y="1077087"/>
              <a:ext cx="394138" cy="457200"/>
            </a:xfrm>
            <a:prstGeom prst="rect">
              <a:avLst/>
            </a:prstGeom>
            <a:noFill/>
            <a:ln w="12700">
              <a:noFill/>
            </a:ln>
          </p:spPr>
        </p:pic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5F08B885-B653-72B4-CCA2-DDD0073931E0}"/>
              </a:ext>
            </a:extLst>
          </p:cNvPr>
          <p:cNvSpPr txBox="1"/>
          <p:nvPr/>
        </p:nvSpPr>
        <p:spPr>
          <a:xfrm>
            <a:off x="291971" y="5460298"/>
            <a:ext cx="1129283" cy="33855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800" b="1" dirty="0">
                <a:ea typeface="Calibri" pitchFamily="34" charset="-122"/>
                <a:cs typeface="Calibri" pitchFamily="34" charset="-120"/>
              </a:rPr>
              <a:t>Internet </a:t>
            </a:r>
            <a:br>
              <a:rPr lang="en-US" sz="800" b="1" dirty="0">
                <a:ea typeface="Calibri" pitchFamily="34" charset="-122"/>
                <a:cs typeface="Calibri" pitchFamily="34" charset="-120"/>
              </a:rPr>
            </a:br>
            <a:r>
              <a:rPr lang="en-US" sz="800" b="1" dirty="0">
                <a:ea typeface="Calibri" pitchFamily="34" charset="-122"/>
                <a:cs typeface="Calibri" pitchFamily="34" charset="-120"/>
              </a:rPr>
              <a:t>User / Supervisor</a:t>
            </a:r>
          </a:p>
        </p:txBody>
      </p:sp>
      <p:sp>
        <p:nvSpPr>
          <p:cNvPr id="125" name="Shape 128">
            <a:extLst>
              <a:ext uri="{FF2B5EF4-FFF2-40B4-BE49-F238E27FC236}">
                <a16:creationId xmlns:a16="http://schemas.microsoft.com/office/drawing/2014/main" id="{7BF19F96-C635-586E-4DF4-1BD85F8F2DBE}"/>
              </a:ext>
            </a:extLst>
          </p:cNvPr>
          <p:cNvSpPr/>
          <p:nvPr/>
        </p:nvSpPr>
        <p:spPr>
          <a:xfrm>
            <a:off x="1421254" y="5629567"/>
            <a:ext cx="1689353" cy="2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 b="1"/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0BE5CEDA-57E6-1E1C-296C-3C2D523F0114}"/>
              </a:ext>
            </a:extLst>
          </p:cNvPr>
          <p:cNvGrpSpPr/>
          <p:nvPr/>
        </p:nvGrpSpPr>
        <p:grpSpPr>
          <a:xfrm>
            <a:off x="6978318" y="2403171"/>
            <a:ext cx="477852" cy="435185"/>
            <a:chOff x="5941743" y="3058486"/>
            <a:chExt cx="477852" cy="435185"/>
          </a:xfrm>
        </p:grpSpPr>
        <p:sp>
          <p:nvSpPr>
            <p:cNvPr id="136" name="Shape 68">
              <a:extLst>
                <a:ext uri="{FF2B5EF4-FFF2-40B4-BE49-F238E27FC236}">
                  <a16:creationId xmlns:a16="http://schemas.microsoft.com/office/drawing/2014/main" id="{009EC9CE-B8AF-01B9-9ACE-0BEF286A7A45}"/>
                </a:ext>
              </a:extLst>
            </p:cNvPr>
            <p:cNvSpPr/>
            <p:nvPr/>
          </p:nvSpPr>
          <p:spPr>
            <a:xfrm>
              <a:off x="6012180" y="3058486"/>
              <a:ext cx="292608" cy="292608"/>
            </a:xfrm>
            <a:prstGeom prst="roundRect">
              <a:avLst>
                <a:gd name="adj" fmla="val 12500"/>
              </a:avLst>
            </a:prstGeom>
            <a:solidFill>
              <a:srgbClr val="76B900"/>
            </a:solidFill>
            <a:ln w="1270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 b="1"/>
            </a:p>
          </p:txBody>
        </p:sp>
        <p:sp>
          <p:nvSpPr>
            <p:cNvPr id="137" name="Text 69">
              <a:extLst>
                <a:ext uri="{FF2B5EF4-FFF2-40B4-BE49-F238E27FC236}">
                  <a16:creationId xmlns:a16="http://schemas.microsoft.com/office/drawing/2014/main" id="{CB7B1846-6A96-1380-5D5D-305296C4BAA1}"/>
                </a:ext>
              </a:extLst>
            </p:cNvPr>
            <p:cNvSpPr/>
            <p:nvPr/>
          </p:nvSpPr>
          <p:spPr>
            <a:xfrm>
              <a:off x="6059567" y="3141710"/>
              <a:ext cx="197834" cy="12534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 dirty="0">
                  <a:ea typeface="Calibri" pitchFamily="34" charset="-122"/>
                  <a:cs typeface="Calibri" pitchFamily="34" charset="-120"/>
                </a:rPr>
                <a:t>DS</a:t>
              </a:r>
              <a:endParaRPr lang="en-US" sz="650" b="1" dirty="0"/>
            </a:p>
          </p:txBody>
        </p:sp>
        <p:sp>
          <p:nvSpPr>
            <p:cNvPr id="140" name="Text 70">
              <a:extLst>
                <a:ext uri="{FF2B5EF4-FFF2-40B4-BE49-F238E27FC236}">
                  <a16:creationId xmlns:a16="http://schemas.microsoft.com/office/drawing/2014/main" id="{4737E805-AF5E-DFC1-C65E-94077ACF8E6E}"/>
                </a:ext>
              </a:extLst>
            </p:cNvPr>
            <p:cNvSpPr/>
            <p:nvPr/>
          </p:nvSpPr>
          <p:spPr>
            <a:xfrm>
              <a:off x="5941743" y="3365655"/>
              <a:ext cx="477852" cy="12801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 err="1">
                  <a:ea typeface="Calibri" pitchFamily="34" charset="-122"/>
                  <a:cs typeface="Calibri" pitchFamily="34" charset="-120"/>
                </a:rPr>
                <a:t>DeepStream</a:t>
              </a:r>
              <a:endParaRPr lang="en-US" sz="600" b="1" dirty="0"/>
            </a:p>
          </p:txBody>
        </p:sp>
      </p:grpSp>
      <p:cxnSp>
        <p:nvCxnSpPr>
          <p:cNvPr id="142" name="Connector: Elbow 141">
            <a:extLst>
              <a:ext uri="{FF2B5EF4-FFF2-40B4-BE49-F238E27FC236}">
                <a16:creationId xmlns:a16="http://schemas.microsoft.com/office/drawing/2014/main" id="{D31C056B-DDE2-57B7-928C-CD7247071BE2}"/>
              </a:ext>
            </a:extLst>
          </p:cNvPr>
          <p:cNvCxnSpPr>
            <a:cxnSpLocks/>
            <a:stCxn id="67" idx="3"/>
            <a:endCxn id="136" idx="1"/>
          </p:cNvCxnSpPr>
          <p:nvPr/>
        </p:nvCxnSpPr>
        <p:spPr>
          <a:xfrm flipV="1">
            <a:off x="6761988" y="2549475"/>
            <a:ext cx="286767" cy="335175"/>
          </a:xfrm>
          <a:prstGeom prst="bentConnector3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cxnSp>
      <p:cxnSp>
        <p:nvCxnSpPr>
          <p:cNvPr id="144" name="Connector: Elbow 143">
            <a:extLst>
              <a:ext uri="{FF2B5EF4-FFF2-40B4-BE49-F238E27FC236}">
                <a16:creationId xmlns:a16="http://schemas.microsoft.com/office/drawing/2014/main" id="{A3CCAB4C-D967-5CE6-A9B4-5FB9131119EE}"/>
              </a:ext>
            </a:extLst>
          </p:cNvPr>
          <p:cNvCxnSpPr>
            <a:cxnSpLocks/>
            <a:stCxn id="67" idx="3"/>
            <a:endCxn id="70" idx="1"/>
          </p:cNvCxnSpPr>
          <p:nvPr/>
        </p:nvCxnSpPr>
        <p:spPr>
          <a:xfrm>
            <a:off x="6761988" y="2884650"/>
            <a:ext cx="274320" cy="300047"/>
          </a:xfrm>
          <a:prstGeom prst="bentConnector3">
            <a:avLst>
              <a:gd name="adj1" fmla="val 52315"/>
            </a:avLst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cxnSp>
      <p:sp>
        <p:nvSpPr>
          <p:cNvPr id="153" name="Title 2">
            <a:extLst>
              <a:ext uri="{FF2B5EF4-FFF2-40B4-BE49-F238E27FC236}">
                <a16:creationId xmlns:a16="http://schemas.microsoft.com/office/drawing/2014/main" id="{326A2D3C-3563-439A-AD91-F220C48CB548}"/>
              </a:ext>
            </a:extLst>
          </p:cNvPr>
          <p:cNvSpPr txBox="1">
            <a:spLocks/>
          </p:cNvSpPr>
          <p:nvPr/>
        </p:nvSpPr>
        <p:spPr>
          <a:xfrm>
            <a:off x="30481" y="42256"/>
            <a:ext cx="8314332" cy="33387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defTabSz="420395">
              <a:lnSpc>
                <a:spcPct val="80000"/>
              </a:lnSpc>
              <a:spcBef>
                <a:spcPct val="0"/>
              </a:spcBef>
              <a:buNone/>
              <a:tabLst>
                <a:tab pos="1944329" algn="l"/>
              </a:tabLst>
              <a:defRPr sz="2400">
                <a:solidFill>
                  <a:srgbClr val="FB4D0A"/>
                </a:solidFill>
                <a:latin typeface="Calibri" panose="020F0502020204030204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+mn-lt"/>
              </a:rPr>
              <a:t>Body Worn Video Audit Intelligence Platform - Infrastructure Architecture</a:t>
            </a:r>
          </a:p>
        </p:txBody>
      </p:sp>
      <p:sp>
        <p:nvSpPr>
          <p:cNvPr id="8" name="Shape 29"/>
          <p:cNvSpPr/>
          <p:nvPr/>
        </p:nvSpPr>
        <p:spPr>
          <a:xfrm>
            <a:off x="2256959" y="2831201"/>
            <a:ext cx="201168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 b="1"/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8237EC85-EDE7-A547-1312-9FCA6747001C}"/>
              </a:ext>
            </a:extLst>
          </p:cNvPr>
          <p:cNvCxnSpPr>
            <a:cxnSpLocks/>
            <a:stCxn id="45" idx="0"/>
            <a:endCxn id="86" idx="2"/>
          </p:cNvCxnSpPr>
          <p:nvPr/>
        </p:nvCxnSpPr>
        <p:spPr>
          <a:xfrm rot="5400000" flipH="1" flipV="1">
            <a:off x="5147067" y="1471274"/>
            <a:ext cx="982203" cy="1357413"/>
          </a:xfrm>
          <a:prstGeom prst="bentConnector3">
            <a:avLst>
              <a:gd name="adj1" fmla="val 71011"/>
            </a:avLst>
          </a:prstGeom>
          <a:ln w="12700">
            <a:solidFill>
              <a:schemeClr val="accent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65DB7590-73DF-0FD5-39D2-AC9FD85658B3}"/>
              </a:ext>
            </a:extLst>
          </p:cNvPr>
          <p:cNvCxnSpPr>
            <a:cxnSpLocks/>
            <a:stCxn id="2064" idx="0"/>
            <a:endCxn id="103" idx="2"/>
          </p:cNvCxnSpPr>
          <p:nvPr/>
        </p:nvCxnSpPr>
        <p:spPr>
          <a:xfrm rot="16200000" flipV="1">
            <a:off x="4314394" y="4587002"/>
            <a:ext cx="577552" cy="1063179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D893F53-5B3F-5BD7-429D-C4AE3E0B763F}"/>
              </a:ext>
            </a:extLst>
          </p:cNvPr>
          <p:cNvGrpSpPr/>
          <p:nvPr/>
        </p:nvGrpSpPr>
        <p:grpSpPr>
          <a:xfrm>
            <a:off x="8710269" y="2733012"/>
            <a:ext cx="429159" cy="476634"/>
            <a:chOff x="7686141" y="2757869"/>
            <a:chExt cx="429159" cy="476634"/>
          </a:xfrm>
        </p:grpSpPr>
        <p:sp>
          <p:nvSpPr>
            <p:cNvPr id="9" name="Shape 76">
              <a:extLst>
                <a:ext uri="{FF2B5EF4-FFF2-40B4-BE49-F238E27FC236}">
                  <a16:creationId xmlns:a16="http://schemas.microsoft.com/office/drawing/2014/main" id="{233A81C5-B764-A771-A229-98227103D055}"/>
                </a:ext>
              </a:extLst>
            </p:cNvPr>
            <p:cNvSpPr/>
            <p:nvPr/>
          </p:nvSpPr>
          <p:spPr>
            <a:xfrm>
              <a:off x="7750211" y="2757869"/>
              <a:ext cx="292608" cy="292608"/>
            </a:xfrm>
            <a:prstGeom prst="roundRect">
              <a:avLst>
                <a:gd name="adj" fmla="val 12500"/>
              </a:avLst>
            </a:prstGeom>
            <a:solidFill>
              <a:srgbClr val="76B900"/>
            </a:solidFill>
            <a:ln w="1270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 b="1"/>
            </a:p>
          </p:txBody>
        </p:sp>
        <p:sp>
          <p:nvSpPr>
            <p:cNvPr id="6" name="Text 77">
              <a:extLst>
                <a:ext uri="{FF2B5EF4-FFF2-40B4-BE49-F238E27FC236}">
                  <a16:creationId xmlns:a16="http://schemas.microsoft.com/office/drawing/2014/main" id="{0E74292B-A389-F6D8-12E9-2F8638D71C63}"/>
                </a:ext>
              </a:extLst>
            </p:cNvPr>
            <p:cNvSpPr/>
            <p:nvPr/>
          </p:nvSpPr>
          <p:spPr>
            <a:xfrm>
              <a:off x="7793885" y="2843692"/>
              <a:ext cx="200960" cy="11252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 dirty="0">
                  <a:ea typeface="Calibri" pitchFamily="34" charset="-122"/>
                  <a:cs typeface="Calibri" pitchFamily="34" charset="-120"/>
                </a:rPr>
                <a:t>GRD</a:t>
              </a:r>
              <a:endParaRPr lang="en-US" sz="650" b="1" dirty="0"/>
            </a:p>
          </p:txBody>
        </p:sp>
        <p:sp>
          <p:nvSpPr>
            <p:cNvPr id="7" name="Text 78">
              <a:extLst>
                <a:ext uri="{FF2B5EF4-FFF2-40B4-BE49-F238E27FC236}">
                  <a16:creationId xmlns:a16="http://schemas.microsoft.com/office/drawing/2014/main" id="{160C5DA8-06EF-3688-9814-5A1DC659E56C}"/>
                </a:ext>
              </a:extLst>
            </p:cNvPr>
            <p:cNvSpPr/>
            <p:nvPr/>
          </p:nvSpPr>
          <p:spPr>
            <a:xfrm>
              <a:off x="7686141" y="3077751"/>
              <a:ext cx="429159" cy="15675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 err="1">
                  <a:ea typeface="Calibri" pitchFamily="34" charset="-122"/>
                  <a:cs typeface="Calibri" pitchFamily="34" charset="-120"/>
                </a:rPr>
                <a:t>NeMo</a:t>
              </a:r>
              <a:r>
                <a:rPr lang="en-US" sz="600" b="1" dirty="0">
                  <a:ea typeface="Calibri" pitchFamily="34" charset="-122"/>
                  <a:cs typeface="Calibri" pitchFamily="34" charset="-120"/>
                </a:rPr>
                <a:t> Guardrails</a:t>
              </a:r>
              <a:endParaRPr lang="en-US" sz="600" b="1" dirty="0"/>
            </a:p>
          </p:txBody>
        </p:sp>
      </p:grpSp>
      <p:sp>
        <p:nvSpPr>
          <p:cNvPr id="11" name="Shape 79">
            <a:extLst>
              <a:ext uri="{FF2B5EF4-FFF2-40B4-BE49-F238E27FC236}">
                <a16:creationId xmlns:a16="http://schemas.microsoft.com/office/drawing/2014/main" id="{96A85F24-D017-527D-B7D3-1C4E8332C500}"/>
              </a:ext>
            </a:extLst>
          </p:cNvPr>
          <p:cNvSpPr/>
          <p:nvPr/>
        </p:nvSpPr>
        <p:spPr>
          <a:xfrm flipV="1">
            <a:off x="9103141" y="2873255"/>
            <a:ext cx="267526" cy="6061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 b="1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F1B3E01-E5C6-F84F-9FBC-AC42185BFD28}"/>
              </a:ext>
            </a:extLst>
          </p:cNvPr>
          <p:cNvSpPr txBox="1"/>
          <p:nvPr/>
        </p:nvSpPr>
        <p:spPr>
          <a:xfrm>
            <a:off x="240792" y="945406"/>
            <a:ext cx="1129283" cy="21544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800" b="1" dirty="0"/>
              <a:t>Video Metadata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3F353DD-80E0-F3E0-11C0-5E016F51B8E6}"/>
              </a:ext>
            </a:extLst>
          </p:cNvPr>
          <p:cNvGrpSpPr/>
          <p:nvPr/>
        </p:nvGrpSpPr>
        <p:grpSpPr>
          <a:xfrm>
            <a:off x="6882139" y="954188"/>
            <a:ext cx="749808" cy="684948"/>
            <a:chOff x="6355080" y="1070992"/>
            <a:chExt cx="749808" cy="684948"/>
          </a:xfrm>
        </p:grpSpPr>
        <p:sp>
          <p:nvSpPr>
            <p:cNvPr id="47" name="Text 36">
              <a:extLst>
                <a:ext uri="{FF2B5EF4-FFF2-40B4-BE49-F238E27FC236}">
                  <a16:creationId xmlns:a16="http://schemas.microsoft.com/office/drawing/2014/main" id="{A44CB743-A688-E3FE-BA6B-7D1824576BEC}"/>
                </a:ext>
              </a:extLst>
            </p:cNvPr>
            <p:cNvSpPr/>
            <p:nvPr/>
          </p:nvSpPr>
          <p:spPr>
            <a:xfrm>
              <a:off x="6355080" y="1512951"/>
              <a:ext cx="749808" cy="14630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 dirty="0">
                  <a:ea typeface="Calibri" pitchFamily="34" charset="-122"/>
                  <a:cs typeface="Calibri" pitchFamily="34" charset="-120"/>
                </a:rPr>
                <a:t>DynamoDB</a:t>
              </a:r>
              <a:endParaRPr lang="en-US" sz="650" b="1" dirty="0"/>
            </a:p>
          </p:txBody>
        </p:sp>
        <p:pic>
          <p:nvPicPr>
            <p:cNvPr id="50" name="Picture 2">
              <a:extLst>
                <a:ext uri="{FF2B5EF4-FFF2-40B4-BE49-F238E27FC236}">
                  <a16:creationId xmlns:a16="http://schemas.microsoft.com/office/drawing/2014/main" id="{41506A10-3912-7468-1C07-8C8870B433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01384" y="1070992"/>
              <a:ext cx="457200" cy="457200"/>
            </a:xfrm>
            <a:prstGeom prst="rect">
              <a:avLst/>
            </a:prstGeom>
            <a:noFill/>
            <a:ln w="12700">
              <a:noFill/>
            </a:ln>
          </p:spPr>
        </p:pic>
        <p:sp>
          <p:nvSpPr>
            <p:cNvPr id="51" name="Text 111">
              <a:extLst>
                <a:ext uri="{FF2B5EF4-FFF2-40B4-BE49-F238E27FC236}">
                  <a16:creationId xmlns:a16="http://schemas.microsoft.com/office/drawing/2014/main" id="{D69A88E5-17EB-86C0-1D72-BD6919A6DE74}"/>
                </a:ext>
              </a:extLst>
            </p:cNvPr>
            <p:cNvSpPr/>
            <p:nvPr/>
          </p:nvSpPr>
          <p:spPr>
            <a:xfrm>
              <a:off x="6575055" y="1627923"/>
              <a:ext cx="309858" cy="12801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550" b="1" dirty="0">
                  <a:ea typeface="Calibri" pitchFamily="34" charset="-122"/>
                  <a:cs typeface="Calibri" pitchFamily="34" charset="-120"/>
                </a:rPr>
                <a:t>Metadata</a:t>
              </a:r>
              <a:endParaRPr lang="en-US" sz="550" b="1" dirty="0"/>
            </a:p>
          </p:txBody>
        </p:sp>
      </p:grp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23B0C1E7-42C1-489C-B5BC-159142186AC0}"/>
              </a:ext>
            </a:extLst>
          </p:cNvPr>
          <p:cNvCxnSpPr>
            <a:cxnSpLocks/>
            <a:stCxn id="27" idx="0"/>
            <a:endCxn id="50" idx="0"/>
          </p:cNvCxnSpPr>
          <p:nvPr/>
        </p:nvCxnSpPr>
        <p:spPr>
          <a:xfrm rot="5400000" flipH="1" flipV="1">
            <a:off x="6331082" y="360965"/>
            <a:ext cx="332738" cy="1519183"/>
          </a:xfrm>
          <a:prstGeom prst="bentConnector5">
            <a:avLst>
              <a:gd name="adj1" fmla="val 3577"/>
              <a:gd name="adj2" fmla="val 8657"/>
              <a:gd name="adj3" fmla="val 168703"/>
            </a:avLst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cxn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2F223681-ABB3-884B-066F-BA12926549AE}"/>
              </a:ext>
            </a:extLst>
          </p:cNvPr>
          <p:cNvGrpSpPr/>
          <p:nvPr/>
        </p:nvGrpSpPr>
        <p:grpSpPr>
          <a:xfrm>
            <a:off x="5267897" y="4068101"/>
            <a:ext cx="749808" cy="719933"/>
            <a:chOff x="2464308" y="4208907"/>
            <a:chExt cx="749808" cy="719933"/>
          </a:xfrm>
        </p:grpSpPr>
        <p:sp>
          <p:nvSpPr>
            <p:cNvPr id="151" name="Text 105">
              <a:extLst>
                <a:ext uri="{FF2B5EF4-FFF2-40B4-BE49-F238E27FC236}">
                  <a16:creationId xmlns:a16="http://schemas.microsoft.com/office/drawing/2014/main" id="{5AECDCD7-4B18-F9D3-E946-F15A6AF5BF96}"/>
                </a:ext>
              </a:extLst>
            </p:cNvPr>
            <p:cNvSpPr/>
            <p:nvPr/>
          </p:nvSpPr>
          <p:spPr>
            <a:xfrm>
              <a:off x="2464308" y="4636582"/>
              <a:ext cx="749808" cy="14630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 dirty="0">
                  <a:ea typeface="Calibri" pitchFamily="34" charset="-122"/>
                  <a:cs typeface="Calibri" pitchFamily="34" charset="-120"/>
                </a:rPr>
                <a:t>S3 Object Lock</a:t>
              </a:r>
              <a:endParaRPr lang="en-US" sz="650" b="1" dirty="0"/>
            </a:p>
          </p:txBody>
        </p:sp>
        <p:sp>
          <p:nvSpPr>
            <p:cNvPr id="152" name="Text 106">
              <a:extLst>
                <a:ext uri="{FF2B5EF4-FFF2-40B4-BE49-F238E27FC236}">
                  <a16:creationId xmlns:a16="http://schemas.microsoft.com/office/drawing/2014/main" id="{3B9E754B-DACA-A479-4185-2C88F647F3D0}"/>
                </a:ext>
              </a:extLst>
            </p:cNvPr>
            <p:cNvSpPr/>
            <p:nvPr/>
          </p:nvSpPr>
          <p:spPr>
            <a:xfrm>
              <a:off x="2615586" y="4721535"/>
              <a:ext cx="453137" cy="20730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550" b="1" dirty="0">
                  <a:ea typeface="Calibri" pitchFamily="34" charset="-122"/>
                  <a:cs typeface="Calibri" pitchFamily="34" charset="-120"/>
                </a:rPr>
                <a:t>footage vault</a:t>
              </a:r>
              <a:endParaRPr lang="en-US" sz="550" b="1" dirty="0"/>
            </a:p>
          </p:txBody>
        </p:sp>
        <p:pic>
          <p:nvPicPr>
            <p:cNvPr id="154" name="Picture 8">
              <a:extLst>
                <a:ext uri="{FF2B5EF4-FFF2-40B4-BE49-F238E27FC236}">
                  <a16:creationId xmlns:a16="http://schemas.microsoft.com/office/drawing/2014/main" id="{B66D2D5B-C7E8-9A64-6E42-D393758F51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5560" y="4208907"/>
              <a:ext cx="457200" cy="4969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56" name="Connector: Elbow 155">
            <a:extLst>
              <a:ext uri="{FF2B5EF4-FFF2-40B4-BE49-F238E27FC236}">
                <a16:creationId xmlns:a16="http://schemas.microsoft.com/office/drawing/2014/main" id="{286FE98F-CD79-2B2F-BCD8-083557C41F97}"/>
              </a:ext>
            </a:extLst>
          </p:cNvPr>
          <p:cNvCxnSpPr>
            <a:cxnSpLocks/>
            <a:stCxn id="2064" idx="0"/>
            <a:endCxn id="15" idx="2"/>
          </p:cNvCxnSpPr>
          <p:nvPr/>
        </p:nvCxnSpPr>
        <p:spPr>
          <a:xfrm rot="16200000" flipV="1">
            <a:off x="4616272" y="4888880"/>
            <a:ext cx="730130" cy="306845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Shape 128">
            <a:extLst>
              <a:ext uri="{FF2B5EF4-FFF2-40B4-BE49-F238E27FC236}">
                <a16:creationId xmlns:a16="http://schemas.microsoft.com/office/drawing/2014/main" id="{D6CA83FD-FDF5-1B03-0AA2-F39462DBE86D}"/>
              </a:ext>
            </a:extLst>
          </p:cNvPr>
          <p:cNvSpPr/>
          <p:nvPr/>
        </p:nvSpPr>
        <p:spPr>
          <a:xfrm>
            <a:off x="5085721" y="4300304"/>
            <a:ext cx="201168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 b="1"/>
          </a:p>
        </p:txBody>
      </p:sp>
      <p:cxnSp>
        <p:nvCxnSpPr>
          <p:cNvPr id="165" name="Connector: Elbow 164">
            <a:extLst>
              <a:ext uri="{FF2B5EF4-FFF2-40B4-BE49-F238E27FC236}">
                <a16:creationId xmlns:a16="http://schemas.microsoft.com/office/drawing/2014/main" id="{498F3EC6-FD50-30DD-E309-53C747AF3D98}"/>
              </a:ext>
            </a:extLst>
          </p:cNvPr>
          <p:cNvCxnSpPr>
            <a:cxnSpLocks/>
            <a:stCxn id="154" idx="0"/>
          </p:cNvCxnSpPr>
          <p:nvPr/>
        </p:nvCxnSpPr>
        <p:spPr>
          <a:xfrm rot="16200000" flipV="1">
            <a:off x="4839652" y="3300004"/>
            <a:ext cx="957386" cy="578808"/>
          </a:xfrm>
          <a:prstGeom prst="bentConnector3">
            <a:avLst>
              <a:gd name="adj1" fmla="val 46905"/>
            </a:avLst>
          </a:prstGeom>
          <a:ln w="12700">
            <a:solidFill>
              <a:schemeClr val="accent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Text 41">
            <a:extLst>
              <a:ext uri="{FF2B5EF4-FFF2-40B4-BE49-F238E27FC236}">
                <a16:creationId xmlns:a16="http://schemas.microsoft.com/office/drawing/2014/main" id="{6476F266-ABD8-0614-3D6E-BE30F6A92FE5}"/>
              </a:ext>
            </a:extLst>
          </p:cNvPr>
          <p:cNvSpPr/>
          <p:nvPr/>
        </p:nvSpPr>
        <p:spPr>
          <a:xfrm>
            <a:off x="6294525" y="3984400"/>
            <a:ext cx="1426204" cy="247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tx2">
                    <a:lumMod val="25000"/>
                    <a:lumOff val="75000"/>
                  </a:schemeClr>
                </a:solidFill>
                <a:ea typeface="Calibri" pitchFamily="34" charset="-122"/>
                <a:cs typeface="Calibri" pitchFamily="34" charset="-120"/>
              </a:rPr>
              <a:t>Development</a:t>
            </a:r>
            <a:endParaRPr lang="en-US" sz="1200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grpSp>
        <p:nvGrpSpPr>
          <p:cNvPr id="1027" name="Group 1026">
            <a:extLst>
              <a:ext uri="{FF2B5EF4-FFF2-40B4-BE49-F238E27FC236}">
                <a16:creationId xmlns:a16="http://schemas.microsoft.com/office/drawing/2014/main" id="{175E1DFE-24AD-755A-9CE1-08D40B163DC7}"/>
              </a:ext>
            </a:extLst>
          </p:cNvPr>
          <p:cNvGrpSpPr/>
          <p:nvPr/>
        </p:nvGrpSpPr>
        <p:grpSpPr>
          <a:xfrm>
            <a:off x="8297236" y="5030613"/>
            <a:ext cx="714599" cy="503578"/>
            <a:chOff x="7558259" y="4663542"/>
            <a:chExt cx="714599" cy="503578"/>
          </a:xfrm>
        </p:grpSpPr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B1C1AFB7-83E6-F372-75CC-804B9B0C3B03}"/>
                </a:ext>
              </a:extLst>
            </p:cNvPr>
            <p:cNvSpPr txBox="1"/>
            <p:nvPr/>
          </p:nvSpPr>
          <p:spPr>
            <a:xfrm flipH="1">
              <a:off x="7558259" y="4954810"/>
              <a:ext cx="714599" cy="212310"/>
            </a:xfrm>
            <a:prstGeom prst="rect">
              <a:avLst/>
            </a:prstGeom>
            <a:noFill/>
          </p:spPr>
          <p:txBody>
            <a:bodyPr wrap="square" lIns="84083" tIns="42041" rIns="84083" bIns="42041" rtlCol="0" anchor="t">
              <a:spAutoFit/>
            </a:bodyPr>
            <a:lstStyle/>
            <a:p>
              <a:pPr marL="0" marR="0" lvl="0" indent="0" algn="l" defTabSz="8407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28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Calibri"/>
                  <a:cs typeface="Calibri"/>
                </a:rPr>
                <a:t>NVIDIA NIM</a:t>
              </a:r>
            </a:p>
          </p:txBody>
        </p:sp>
        <p:pic>
          <p:nvPicPr>
            <p:cNvPr id="180" name="Picture 179">
              <a:extLst>
                <a:ext uri="{FF2B5EF4-FFF2-40B4-BE49-F238E27FC236}">
                  <a16:creationId xmlns:a16="http://schemas.microsoft.com/office/drawing/2014/main" id="{960E96E4-3501-2780-69E2-15363BC900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780260" y="4663542"/>
              <a:ext cx="258244" cy="282338"/>
            </a:xfrm>
            <a:prstGeom prst="rect">
              <a:avLst/>
            </a:prstGeom>
          </p:spPr>
        </p:pic>
      </p:grpSp>
      <p:grpSp>
        <p:nvGrpSpPr>
          <p:cNvPr id="1082" name="Group 1081">
            <a:extLst>
              <a:ext uri="{FF2B5EF4-FFF2-40B4-BE49-F238E27FC236}">
                <a16:creationId xmlns:a16="http://schemas.microsoft.com/office/drawing/2014/main" id="{77AC678B-1DA5-723F-A131-D51E6D689833}"/>
              </a:ext>
            </a:extLst>
          </p:cNvPr>
          <p:cNvGrpSpPr/>
          <p:nvPr/>
        </p:nvGrpSpPr>
        <p:grpSpPr>
          <a:xfrm>
            <a:off x="7873369" y="4379144"/>
            <a:ext cx="396744" cy="555775"/>
            <a:chOff x="7980779" y="4359020"/>
            <a:chExt cx="396744" cy="555775"/>
          </a:xfrm>
        </p:grpSpPr>
        <p:pic>
          <p:nvPicPr>
            <p:cNvPr id="181" name="Picture 2" descr="AWS EKS Fargate - Coralogix">
              <a:extLst>
                <a:ext uri="{FF2B5EF4-FFF2-40B4-BE49-F238E27FC236}">
                  <a16:creationId xmlns:a16="http://schemas.microsoft.com/office/drawing/2014/main" id="{6819593E-393C-D7B6-94F7-9D4DC311FB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8014531" y="4359020"/>
              <a:ext cx="329240" cy="3292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59F75880-1D62-0859-A373-77C373EB7580}"/>
                </a:ext>
              </a:extLst>
            </p:cNvPr>
            <p:cNvSpPr txBox="1"/>
            <p:nvPr/>
          </p:nvSpPr>
          <p:spPr>
            <a:xfrm flipH="1">
              <a:off x="7980779" y="4680885"/>
              <a:ext cx="396744" cy="2339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8407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2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ea"/>
                  <a:cs typeface="+mn-cs"/>
                </a:rPr>
                <a:t>EKS</a:t>
              </a:r>
            </a:p>
          </p:txBody>
        </p:sp>
      </p:grpSp>
      <p:grpSp>
        <p:nvGrpSpPr>
          <p:cNvPr id="1081" name="Group 1080">
            <a:extLst>
              <a:ext uri="{FF2B5EF4-FFF2-40B4-BE49-F238E27FC236}">
                <a16:creationId xmlns:a16="http://schemas.microsoft.com/office/drawing/2014/main" id="{9A722993-356A-863C-7E7A-2216D7E5F75F}"/>
              </a:ext>
            </a:extLst>
          </p:cNvPr>
          <p:cNvGrpSpPr/>
          <p:nvPr/>
        </p:nvGrpSpPr>
        <p:grpSpPr>
          <a:xfrm>
            <a:off x="8267685" y="4374614"/>
            <a:ext cx="860687" cy="540181"/>
            <a:chOff x="8299333" y="4377218"/>
            <a:chExt cx="860687" cy="540181"/>
          </a:xfrm>
        </p:grpSpPr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6A093D27-D213-1BF7-5BF9-1FC0F8F1521A}"/>
                </a:ext>
              </a:extLst>
            </p:cNvPr>
            <p:cNvSpPr txBox="1"/>
            <p:nvPr/>
          </p:nvSpPr>
          <p:spPr>
            <a:xfrm>
              <a:off x="8299333" y="4686567"/>
              <a:ext cx="86068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AWS Bedrock</a:t>
              </a:r>
            </a:p>
          </p:txBody>
        </p:sp>
        <p:pic>
          <p:nvPicPr>
            <p:cNvPr id="186" name="Picture 185" descr="A white logo with a green background&#10;&#10;AI-generated content may be incorrect.">
              <a:extLst>
                <a:ext uri="{FF2B5EF4-FFF2-40B4-BE49-F238E27FC236}">
                  <a16:creationId xmlns:a16="http://schemas.microsoft.com/office/drawing/2014/main" id="{BD678C11-D8C0-8C75-B752-18E3C2FA6D4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24615" y="4377218"/>
              <a:ext cx="292843" cy="292843"/>
            </a:xfrm>
            <a:prstGeom prst="rect">
              <a:avLst/>
            </a:prstGeom>
          </p:spPr>
        </p:pic>
      </p:grp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72689141-BAA3-19BD-1649-4A0445A00826}"/>
              </a:ext>
            </a:extLst>
          </p:cNvPr>
          <p:cNvGrpSpPr/>
          <p:nvPr/>
        </p:nvGrpSpPr>
        <p:grpSpPr>
          <a:xfrm>
            <a:off x="7112361" y="4335310"/>
            <a:ext cx="728619" cy="704476"/>
            <a:chOff x="9344928" y="4586420"/>
            <a:chExt cx="728619" cy="704476"/>
          </a:xfrm>
        </p:grpSpPr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623E0063-62FC-2F3C-56FC-59EA4AA374BC}"/>
                </a:ext>
              </a:extLst>
            </p:cNvPr>
            <p:cNvSpPr txBox="1"/>
            <p:nvPr/>
          </p:nvSpPr>
          <p:spPr>
            <a:xfrm flipH="1">
              <a:off x="9344928" y="4921564"/>
              <a:ext cx="728619" cy="3693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 defTabSz="840791">
                <a:defRPr/>
              </a:pPr>
              <a:r>
                <a:rPr lang="en-US" sz="900" dirty="0" err="1">
                  <a:solidFill>
                    <a:srgbClr val="000000"/>
                  </a:solidFill>
                </a:rPr>
                <a:t>Github</a:t>
              </a:r>
              <a:r>
                <a:rPr lang="en-US" sz="900" dirty="0">
                  <a:solidFill>
                    <a:srgbClr val="000000"/>
                  </a:solidFill>
                </a:rPr>
                <a:t> Enterprise</a:t>
              </a:r>
              <a:endParaRPr lang="en-US" dirty="0"/>
            </a:p>
          </p:txBody>
        </p:sp>
        <p:pic>
          <p:nvPicPr>
            <p:cNvPr id="188" name="Picture 2" descr="AWS CodeCommit | AWS Developer Tools">
              <a:extLst>
                <a:ext uri="{FF2B5EF4-FFF2-40B4-BE49-F238E27FC236}">
                  <a16:creationId xmlns:a16="http://schemas.microsoft.com/office/drawing/2014/main" id="{739036E7-1D24-2B73-5079-AEE5537A27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60278" y="4586420"/>
              <a:ext cx="302344" cy="3469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37" name="Group 1036">
            <a:extLst>
              <a:ext uri="{FF2B5EF4-FFF2-40B4-BE49-F238E27FC236}">
                <a16:creationId xmlns:a16="http://schemas.microsoft.com/office/drawing/2014/main" id="{A02FB502-03C2-51A3-4330-B7448AB850E7}"/>
              </a:ext>
            </a:extLst>
          </p:cNvPr>
          <p:cNvGrpSpPr/>
          <p:nvPr/>
        </p:nvGrpSpPr>
        <p:grpSpPr>
          <a:xfrm>
            <a:off x="9126293" y="4371561"/>
            <a:ext cx="763626" cy="572163"/>
            <a:chOff x="10056774" y="4594040"/>
            <a:chExt cx="763626" cy="572163"/>
          </a:xfrm>
        </p:grpSpPr>
        <p:pic>
          <p:nvPicPr>
            <p:cNvPr id="189" name="Picture 188">
              <a:extLst>
                <a:ext uri="{FF2B5EF4-FFF2-40B4-BE49-F238E27FC236}">
                  <a16:creationId xmlns:a16="http://schemas.microsoft.com/office/drawing/2014/main" id="{07C330DA-EF91-5DB7-1B76-1CC982C7D0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249862" y="4594040"/>
              <a:ext cx="352457" cy="339356"/>
            </a:xfrm>
            <a:prstGeom prst="rect">
              <a:avLst/>
            </a:prstGeom>
          </p:spPr>
        </p:pic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0AE61501-D101-E600-3A21-361F6EF160BD}"/>
                </a:ext>
              </a:extLst>
            </p:cNvPr>
            <p:cNvSpPr txBox="1"/>
            <p:nvPr/>
          </p:nvSpPr>
          <p:spPr>
            <a:xfrm flipH="1">
              <a:off x="10056774" y="4932293"/>
              <a:ext cx="763626" cy="2339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8407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2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ea"/>
                  <a:cs typeface="+mn-cs"/>
                </a:rPr>
                <a:t>Sagemaker</a:t>
              </a:r>
            </a:p>
          </p:txBody>
        </p:sp>
      </p:grpSp>
      <p:grpSp>
        <p:nvGrpSpPr>
          <p:cNvPr id="1025" name="Group 1024">
            <a:extLst>
              <a:ext uri="{FF2B5EF4-FFF2-40B4-BE49-F238E27FC236}">
                <a16:creationId xmlns:a16="http://schemas.microsoft.com/office/drawing/2014/main" id="{8E6F3933-367D-18C1-5BE6-522E7180A50C}"/>
              </a:ext>
            </a:extLst>
          </p:cNvPr>
          <p:cNvGrpSpPr/>
          <p:nvPr/>
        </p:nvGrpSpPr>
        <p:grpSpPr>
          <a:xfrm>
            <a:off x="7544981" y="5011626"/>
            <a:ext cx="816656" cy="541553"/>
            <a:chOff x="6891731" y="4575588"/>
            <a:chExt cx="816656" cy="541553"/>
          </a:xfrm>
        </p:grpSpPr>
        <p:pic>
          <p:nvPicPr>
            <p:cNvPr id="191" name="Picture 2" descr="Introduction with Hugging Face.. If you are new in Deep Learning Field… |  by Shadowshukla | AI Advances">
              <a:extLst>
                <a:ext uri="{FF2B5EF4-FFF2-40B4-BE49-F238E27FC236}">
                  <a16:creationId xmlns:a16="http://schemas.microsoft.com/office/drawing/2014/main" id="{2F924CA4-A3E9-532E-CDDD-B733E00453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12607" y="4575588"/>
              <a:ext cx="365760" cy="3657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24" name="TextBox 1023">
              <a:extLst>
                <a:ext uri="{FF2B5EF4-FFF2-40B4-BE49-F238E27FC236}">
                  <a16:creationId xmlns:a16="http://schemas.microsoft.com/office/drawing/2014/main" id="{FECB0DE5-33B6-2797-1806-2510346594BA}"/>
                </a:ext>
              </a:extLst>
            </p:cNvPr>
            <p:cNvSpPr txBox="1"/>
            <p:nvPr/>
          </p:nvSpPr>
          <p:spPr>
            <a:xfrm flipH="1">
              <a:off x="6891731" y="4904831"/>
              <a:ext cx="816656" cy="212310"/>
            </a:xfrm>
            <a:prstGeom prst="rect">
              <a:avLst/>
            </a:prstGeom>
            <a:noFill/>
          </p:spPr>
          <p:txBody>
            <a:bodyPr wrap="square" lIns="84083" tIns="42041" rIns="84083" bIns="42041" rtlCol="0" anchor="t">
              <a:spAutoFit/>
            </a:bodyPr>
            <a:lstStyle/>
            <a:p>
              <a:pPr marL="0" marR="0" lvl="0" indent="0" algn="l" defTabSz="8407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28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Calibri"/>
                  <a:cs typeface="Calibri"/>
                </a:rPr>
                <a:t>Hugging face</a:t>
              </a:r>
            </a:p>
          </p:txBody>
        </p:sp>
      </p:grpSp>
      <p:grpSp>
        <p:nvGrpSpPr>
          <p:cNvPr id="1029" name="Group 1028">
            <a:extLst>
              <a:ext uri="{FF2B5EF4-FFF2-40B4-BE49-F238E27FC236}">
                <a16:creationId xmlns:a16="http://schemas.microsoft.com/office/drawing/2014/main" id="{251AFADD-0669-6B9D-7C32-EC2CEB3F0332}"/>
              </a:ext>
            </a:extLst>
          </p:cNvPr>
          <p:cNvGrpSpPr/>
          <p:nvPr/>
        </p:nvGrpSpPr>
        <p:grpSpPr>
          <a:xfrm>
            <a:off x="9056575" y="5032461"/>
            <a:ext cx="477852" cy="499883"/>
            <a:chOff x="5895687" y="3092061"/>
            <a:chExt cx="477852" cy="464435"/>
          </a:xfrm>
        </p:grpSpPr>
        <p:sp>
          <p:nvSpPr>
            <p:cNvPr id="1030" name="Shape 68">
              <a:extLst>
                <a:ext uri="{FF2B5EF4-FFF2-40B4-BE49-F238E27FC236}">
                  <a16:creationId xmlns:a16="http://schemas.microsoft.com/office/drawing/2014/main" id="{A3F653D8-5DEB-A2F5-76CF-C702895228D6}"/>
                </a:ext>
              </a:extLst>
            </p:cNvPr>
            <p:cNvSpPr/>
            <p:nvPr/>
          </p:nvSpPr>
          <p:spPr>
            <a:xfrm>
              <a:off x="5968871" y="3092061"/>
              <a:ext cx="292608" cy="292608"/>
            </a:xfrm>
            <a:prstGeom prst="roundRect">
              <a:avLst>
                <a:gd name="adj" fmla="val 12500"/>
              </a:avLst>
            </a:prstGeom>
            <a:solidFill>
              <a:srgbClr val="76B900"/>
            </a:solidFill>
            <a:ln w="1270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 b="1" dirty="0"/>
            </a:p>
          </p:txBody>
        </p:sp>
        <p:sp>
          <p:nvSpPr>
            <p:cNvPr id="1031" name="Text 69">
              <a:extLst>
                <a:ext uri="{FF2B5EF4-FFF2-40B4-BE49-F238E27FC236}">
                  <a16:creationId xmlns:a16="http://schemas.microsoft.com/office/drawing/2014/main" id="{FEE29E07-9EB4-6A18-01BB-772009E8050E}"/>
                </a:ext>
              </a:extLst>
            </p:cNvPr>
            <p:cNvSpPr/>
            <p:nvPr/>
          </p:nvSpPr>
          <p:spPr>
            <a:xfrm>
              <a:off x="6027893" y="3167939"/>
              <a:ext cx="197834" cy="12534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 dirty="0">
                  <a:ea typeface="Calibri" pitchFamily="34" charset="-122"/>
                  <a:cs typeface="Calibri" pitchFamily="34" charset="-120"/>
                </a:rPr>
                <a:t>TAO</a:t>
              </a:r>
              <a:endParaRPr lang="en-US" sz="650" b="1" dirty="0"/>
            </a:p>
          </p:txBody>
        </p:sp>
        <p:sp>
          <p:nvSpPr>
            <p:cNvPr id="1032" name="Text 70">
              <a:extLst>
                <a:ext uri="{FF2B5EF4-FFF2-40B4-BE49-F238E27FC236}">
                  <a16:creationId xmlns:a16="http://schemas.microsoft.com/office/drawing/2014/main" id="{E97388DA-89AA-59D1-6E85-4E92E4AF18AB}"/>
                </a:ext>
              </a:extLst>
            </p:cNvPr>
            <p:cNvSpPr/>
            <p:nvPr/>
          </p:nvSpPr>
          <p:spPr>
            <a:xfrm>
              <a:off x="5895687" y="3428480"/>
              <a:ext cx="477852" cy="12801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>
                  <a:ea typeface="Calibri" pitchFamily="34" charset="-122"/>
                  <a:cs typeface="Calibri" pitchFamily="34" charset="-120"/>
                </a:rPr>
                <a:t>TAO Toolkit</a:t>
              </a:r>
              <a:endParaRPr lang="en-US" sz="600" b="1" dirty="0"/>
            </a:p>
          </p:txBody>
        </p:sp>
      </p:grpSp>
      <p:grpSp>
        <p:nvGrpSpPr>
          <p:cNvPr id="1036" name="Group 1035">
            <a:extLst>
              <a:ext uri="{FF2B5EF4-FFF2-40B4-BE49-F238E27FC236}">
                <a16:creationId xmlns:a16="http://schemas.microsoft.com/office/drawing/2014/main" id="{258F159F-CAD1-BE46-A34C-22981075673A}"/>
              </a:ext>
            </a:extLst>
          </p:cNvPr>
          <p:cNvGrpSpPr/>
          <p:nvPr/>
        </p:nvGrpSpPr>
        <p:grpSpPr>
          <a:xfrm>
            <a:off x="9576294" y="4962839"/>
            <a:ext cx="603251" cy="565975"/>
            <a:chOff x="11274552" y="4562318"/>
            <a:chExt cx="603251" cy="565975"/>
          </a:xfrm>
        </p:grpSpPr>
        <p:pic>
          <p:nvPicPr>
            <p:cNvPr id="1033" name="Picture 8" descr="OpenAI - YouTube">
              <a:extLst>
                <a:ext uri="{FF2B5EF4-FFF2-40B4-BE49-F238E27FC236}">
                  <a16:creationId xmlns:a16="http://schemas.microsoft.com/office/drawing/2014/main" id="{7C845E5F-81F1-ECF0-5496-BBA2FBD269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11378060" y="4562318"/>
              <a:ext cx="396234" cy="3962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34" name="TextBox 1033">
              <a:extLst>
                <a:ext uri="{FF2B5EF4-FFF2-40B4-BE49-F238E27FC236}">
                  <a16:creationId xmlns:a16="http://schemas.microsoft.com/office/drawing/2014/main" id="{B9E4EFA3-E332-C9D8-66BF-9E7904B35778}"/>
                </a:ext>
              </a:extLst>
            </p:cNvPr>
            <p:cNvSpPr txBox="1"/>
            <p:nvPr/>
          </p:nvSpPr>
          <p:spPr>
            <a:xfrm>
              <a:off x="11274552" y="4897461"/>
              <a:ext cx="60325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Open AI</a:t>
              </a:r>
              <a:endParaRPr lang="en-US" sz="100" dirty="0"/>
            </a:p>
          </p:txBody>
        </p:sp>
      </p:grpSp>
      <p:grpSp>
        <p:nvGrpSpPr>
          <p:cNvPr id="1080" name="Group 1079">
            <a:extLst>
              <a:ext uri="{FF2B5EF4-FFF2-40B4-BE49-F238E27FC236}">
                <a16:creationId xmlns:a16="http://schemas.microsoft.com/office/drawing/2014/main" id="{7B3C29D7-5ADC-FDE1-7F30-919F7179B19D}"/>
              </a:ext>
            </a:extLst>
          </p:cNvPr>
          <p:cNvGrpSpPr/>
          <p:nvPr/>
        </p:nvGrpSpPr>
        <p:grpSpPr>
          <a:xfrm>
            <a:off x="6467207" y="4335310"/>
            <a:ext cx="790335" cy="687217"/>
            <a:chOff x="6159269" y="4340759"/>
            <a:chExt cx="790335" cy="687217"/>
          </a:xfrm>
        </p:grpSpPr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DEA08270-BC6E-6635-27A3-46180922ABD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1959"/>
            <a:stretch>
              <a:fillRect/>
            </a:stretch>
          </p:blipFill>
          <p:spPr bwMode="auto">
            <a:xfrm>
              <a:off x="6352668" y="4340759"/>
              <a:ext cx="403538" cy="3657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41" name="TextBox 1040">
              <a:extLst>
                <a:ext uri="{FF2B5EF4-FFF2-40B4-BE49-F238E27FC236}">
                  <a16:creationId xmlns:a16="http://schemas.microsoft.com/office/drawing/2014/main" id="{CF13C51A-3A2B-2982-296C-61BF451C3024}"/>
                </a:ext>
              </a:extLst>
            </p:cNvPr>
            <p:cNvSpPr txBox="1"/>
            <p:nvPr/>
          </p:nvSpPr>
          <p:spPr>
            <a:xfrm flipH="1">
              <a:off x="6159269" y="4688260"/>
              <a:ext cx="790335" cy="339716"/>
            </a:xfrm>
            <a:prstGeom prst="rect">
              <a:avLst/>
            </a:prstGeom>
            <a:noFill/>
          </p:spPr>
          <p:txBody>
            <a:bodyPr wrap="square" lIns="84083" tIns="42041" rIns="84083" bIns="42041" rtlCol="0" anchor="t">
              <a:spAutoFit/>
            </a:bodyPr>
            <a:lstStyle/>
            <a:p>
              <a:pPr marL="0" marR="0" lvl="0" indent="0" algn="ctr" defTabSz="8407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28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Calibri"/>
                  <a:cs typeface="Calibri"/>
                </a:rPr>
                <a:t>EC 2 G5.2xlarge</a:t>
              </a:r>
            </a:p>
          </p:txBody>
        </p:sp>
      </p:grp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A54BCC1A-1703-CB35-E354-C919EC06B190}"/>
              </a:ext>
            </a:extLst>
          </p:cNvPr>
          <p:cNvSpPr/>
          <p:nvPr/>
        </p:nvSpPr>
        <p:spPr>
          <a:xfrm>
            <a:off x="6129673" y="3923882"/>
            <a:ext cx="5099159" cy="1812283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45" name="Connector: Elbow 1044">
            <a:extLst>
              <a:ext uri="{FF2B5EF4-FFF2-40B4-BE49-F238E27FC236}">
                <a16:creationId xmlns:a16="http://schemas.microsoft.com/office/drawing/2014/main" id="{9ED331BD-0ECC-7B96-8688-5C18CCF7F54C}"/>
              </a:ext>
            </a:extLst>
          </p:cNvPr>
          <p:cNvCxnSpPr>
            <a:cxnSpLocks/>
            <a:stCxn id="30" idx="3"/>
            <a:endCxn id="1026" idx="1"/>
          </p:cNvCxnSpPr>
          <p:nvPr/>
        </p:nvCxnSpPr>
        <p:spPr>
          <a:xfrm>
            <a:off x="1370075" y="1053128"/>
            <a:ext cx="2424593" cy="211446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cxnSp>
      <p:cxnSp>
        <p:nvCxnSpPr>
          <p:cNvPr id="1049" name="Connector: Elbow 1048">
            <a:extLst>
              <a:ext uri="{FF2B5EF4-FFF2-40B4-BE49-F238E27FC236}">
                <a16:creationId xmlns:a16="http://schemas.microsoft.com/office/drawing/2014/main" id="{E9C5E5DA-7C50-3D80-A500-8DDA3391C810}"/>
              </a:ext>
            </a:extLst>
          </p:cNvPr>
          <p:cNvCxnSpPr>
            <a:cxnSpLocks/>
            <a:stCxn id="155" idx="3"/>
            <a:endCxn id="1026" idx="1"/>
          </p:cNvCxnSpPr>
          <p:nvPr/>
        </p:nvCxnSpPr>
        <p:spPr>
          <a:xfrm flipV="1">
            <a:off x="1370074" y="1264574"/>
            <a:ext cx="2424594" cy="339328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cxnSp>
      <p:grpSp>
        <p:nvGrpSpPr>
          <p:cNvPr id="1054" name="Group 1053">
            <a:extLst>
              <a:ext uri="{FF2B5EF4-FFF2-40B4-BE49-F238E27FC236}">
                <a16:creationId xmlns:a16="http://schemas.microsoft.com/office/drawing/2014/main" id="{7A934912-BE5C-FFA3-5344-9F8E24CBAA26}"/>
              </a:ext>
            </a:extLst>
          </p:cNvPr>
          <p:cNvGrpSpPr/>
          <p:nvPr/>
        </p:nvGrpSpPr>
        <p:grpSpPr>
          <a:xfrm>
            <a:off x="3235705" y="4110097"/>
            <a:ext cx="526670" cy="749416"/>
            <a:chOff x="4060521" y="4176141"/>
            <a:chExt cx="526670" cy="749416"/>
          </a:xfrm>
        </p:grpSpPr>
        <p:sp>
          <p:nvSpPr>
            <p:cNvPr id="1055" name="Text 115"/>
            <p:cNvSpPr/>
            <p:nvPr/>
          </p:nvSpPr>
          <p:spPr>
            <a:xfrm>
              <a:off x="4066616" y="4618294"/>
              <a:ext cx="457200" cy="14630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 dirty="0">
                  <a:ea typeface="Calibri" pitchFamily="34" charset="-122"/>
                  <a:cs typeface="Calibri" pitchFamily="34" charset="-120"/>
                </a:rPr>
                <a:t>CloudTrail</a:t>
              </a:r>
              <a:endParaRPr lang="en-US" sz="650" b="1" dirty="0"/>
            </a:p>
          </p:txBody>
        </p:sp>
        <p:sp>
          <p:nvSpPr>
            <p:cNvPr id="1056" name="Text 116"/>
            <p:cNvSpPr/>
            <p:nvPr/>
          </p:nvSpPr>
          <p:spPr>
            <a:xfrm>
              <a:off x="4060521" y="4733543"/>
              <a:ext cx="526670" cy="19201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550" b="1" dirty="0"/>
                <a:t>Records action</a:t>
              </a:r>
            </a:p>
          </p:txBody>
        </p:sp>
        <p:pic>
          <p:nvPicPr>
            <p:cNvPr id="1057" name="Picture 10">
              <a:extLst>
                <a:ext uri="{FF2B5EF4-FFF2-40B4-BE49-F238E27FC236}">
                  <a16:creationId xmlns:a16="http://schemas.microsoft.com/office/drawing/2014/main" id="{205E4EE6-EED7-2D96-8EB5-FCF8FC6019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05944" y="4176141"/>
              <a:ext cx="378544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62" name="Group 1061">
            <a:extLst>
              <a:ext uri="{FF2B5EF4-FFF2-40B4-BE49-F238E27FC236}">
                <a16:creationId xmlns:a16="http://schemas.microsoft.com/office/drawing/2014/main" id="{D86316D7-6635-AB10-DD57-5B4E6485274E}"/>
              </a:ext>
            </a:extLst>
          </p:cNvPr>
          <p:cNvGrpSpPr/>
          <p:nvPr/>
        </p:nvGrpSpPr>
        <p:grpSpPr>
          <a:xfrm>
            <a:off x="2610017" y="4115907"/>
            <a:ext cx="566017" cy="745747"/>
            <a:chOff x="1428917" y="4115907"/>
            <a:chExt cx="566017" cy="745747"/>
          </a:xfrm>
        </p:grpSpPr>
        <p:pic>
          <p:nvPicPr>
            <p:cNvPr id="1059" name="Picture 4">
              <a:extLst>
                <a:ext uri="{FF2B5EF4-FFF2-40B4-BE49-F238E27FC236}">
                  <a16:creationId xmlns:a16="http://schemas.microsoft.com/office/drawing/2014/main" id="{29A133AE-09A2-7C60-4EDC-9ABBA40E4F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06974" y="4115907"/>
              <a:ext cx="409903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60" name="Text 115">
              <a:extLst>
                <a:ext uri="{FF2B5EF4-FFF2-40B4-BE49-F238E27FC236}">
                  <a16:creationId xmlns:a16="http://schemas.microsoft.com/office/drawing/2014/main" id="{14AB8B68-B271-DE59-F7E3-9A5D50298F5F}"/>
                </a:ext>
              </a:extLst>
            </p:cNvPr>
            <p:cNvSpPr/>
            <p:nvPr/>
          </p:nvSpPr>
          <p:spPr>
            <a:xfrm>
              <a:off x="1428917" y="4536036"/>
              <a:ext cx="566017" cy="14630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 dirty="0">
                  <a:ea typeface="Calibri" pitchFamily="34" charset="-122"/>
                  <a:cs typeface="Calibri" pitchFamily="34" charset="-120"/>
                </a:rPr>
                <a:t>Cloud Watch</a:t>
              </a:r>
              <a:endParaRPr lang="en-US" sz="650" b="1" dirty="0"/>
            </a:p>
          </p:txBody>
        </p:sp>
        <p:sp>
          <p:nvSpPr>
            <p:cNvPr id="1061" name="Text 116">
              <a:extLst>
                <a:ext uri="{FF2B5EF4-FFF2-40B4-BE49-F238E27FC236}">
                  <a16:creationId xmlns:a16="http://schemas.microsoft.com/office/drawing/2014/main" id="{3BA7F3C6-A131-31C5-C6C6-30297E9B645C}"/>
                </a:ext>
              </a:extLst>
            </p:cNvPr>
            <p:cNvSpPr/>
            <p:nvPr/>
          </p:nvSpPr>
          <p:spPr>
            <a:xfrm>
              <a:off x="1448590" y="4669640"/>
              <a:ext cx="526670" cy="19201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550" b="1" dirty="0"/>
                <a:t>Records metric</a:t>
              </a:r>
            </a:p>
          </p:txBody>
        </p:sp>
      </p:grpSp>
      <p:grpSp>
        <p:nvGrpSpPr>
          <p:cNvPr id="1076" name="Group 1075">
            <a:extLst>
              <a:ext uri="{FF2B5EF4-FFF2-40B4-BE49-F238E27FC236}">
                <a16:creationId xmlns:a16="http://schemas.microsoft.com/office/drawing/2014/main" id="{0F0A244F-4D74-2A5C-EF70-CE04F928D26A}"/>
              </a:ext>
            </a:extLst>
          </p:cNvPr>
          <p:cNvGrpSpPr/>
          <p:nvPr/>
        </p:nvGrpSpPr>
        <p:grpSpPr>
          <a:xfrm>
            <a:off x="7017942" y="5042359"/>
            <a:ext cx="477852" cy="480086"/>
            <a:chOff x="5884179" y="3092061"/>
            <a:chExt cx="477852" cy="446042"/>
          </a:xfrm>
        </p:grpSpPr>
        <p:sp>
          <p:nvSpPr>
            <p:cNvPr id="1077" name="Shape 68">
              <a:extLst>
                <a:ext uri="{FF2B5EF4-FFF2-40B4-BE49-F238E27FC236}">
                  <a16:creationId xmlns:a16="http://schemas.microsoft.com/office/drawing/2014/main" id="{C78BC5A0-661C-5166-D598-70AACA7AA3B5}"/>
                </a:ext>
              </a:extLst>
            </p:cNvPr>
            <p:cNvSpPr/>
            <p:nvPr/>
          </p:nvSpPr>
          <p:spPr>
            <a:xfrm>
              <a:off x="5968871" y="3092061"/>
              <a:ext cx="292608" cy="292608"/>
            </a:xfrm>
            <a:prstGeom prst="roundRect">
              <a:avLst>
                <a:gd name="adj" fmla="val 12500"/>
              </a:avLst>
            </a:prstGeom>
            <a:solidFill>
              <a:srgbClr val="76B900"/>
            </a:solidFill>
            <a:ln w="1270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 b="1" dirty="0"/>
            </a:p>
          </p:txBody>
        </p:sp>
        <p:sp>
          <p:nvSpPr>
            <p:cNvPr id="1078" name="Text 69">
              <a:extLst>
                <a:ext uri="{FF2B5EF4-FFF2-40B4-BE49-F238E27FC236}">
                  <a16:creationId xmlns:a16="http://schemas.microsoft.com/office/drawing/2014/main" id="{DC1F8321-0F89-B303-4FCB-D3A67594F130}"/>
                </a:ext>
              </a:extLst>
            </p:cNvPr>
            <p:cNvSpPr/>
            <p:nvPr/>
          </p:nvSpPr>
          <p:spPr>
            <a:xfrm>
              <a:off x="6018368" y="3168037"/>
              <a:ext cx="197834" cy="12244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 dirty="0">
                  <a:ea typeface="Calibri" pitchFamily="34" charset="-122"/>
                  <a:cs typeface="Calibri" pitchFamily="34" charset="-120"/>
                </a:rPr>
                <a:t>VSS</a:t>
              </a:r>
              <a:endParaRPr lang="en-US" sz="650" b="1" dirty="0"/>
            </a:p>
          </p:txBody>
        </p:sp>
        <p:sp>
          <p:nvSpPr>
            <p:cNvPr id="1079" name="Text 70">
              <a:extLst>
                <a:ext uri="{FF2B5EF4-FFF2-40B4-BE49-F238E27FC236}">
                  <a16:creationId xmlns:a16="http://schemas.microsoft.com/office/drawing/2014/main" id="{9DEE6A70-EBF3-24DE-4868-A6E22F3B507E}"/>
                </a:ext>
              </a:extLst>
            </p:cNvPr>
            <p:cNvSpPr/>
            <p:nvPr/>
          </p:nvSpPr>
          <p:spPr>
            <a:xfrm>
              <a:off x="5884179" y="3410087"/>
              <a:ext cx="477852" cy="12801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/>
                <a:t>VSS Blueprint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394F681-C9A9-0931-2B3C-550956E6C1CD}"/>
              </a:ext>
            </a:extLst>
          </p:cNvPr>
          <p:cNvGrpSpPr/>
          <p:nvPr/>
        </p:nvGrpSpPr>
        <p:grpSpPr>
          <a:xfrm>
            <a:off x="6404102" y="5048428"/>
            <a:ext cx="477852" cy="467948"/>
            <a:chOff x="6359652" y="5061243"/>
            <a:chExt cx="477852" cy="467948"/>
          </a:xfrm>
        </p:grpSpPr>
        <p:sp>
          <p:nvSpPr>
            <p:cNvPr id="32" name="Text 70">
              <a:extLst>
                <a:ext uri="{FF2B5EF4-FFF2-40B4-BE49-F238E27FC236}">
                  <a16:creationId xmlns:a16="http://schemas.microsoft.com/office/drawing/2014/main" id="{8F353779-9A6E-05EA-7021-8B000AEB12F7}"/>
                </a:ext>
              </a:extLst>
            </p:cNvPr>
            <p:cNvSpPr/>
            <p:nvPr/>
          </p:nvSpPr>
          <p:spPr>
            <a:xfrm>
              <a:off x="6359652" y="5391404"/>
              <a:ext cx="477852" cy="13778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/>
                <a:t>S3</a:t>
              </a:r>
            </a:p>
          </p:txBody>
        </p:sp>
        <p:pic>
          <p:nvPicPr>
            <p:cNvPr id="46" name="Picture 6">
              <a:extLst>
                <a:ext uri="{FF2B5EF4-FFF2-40B4-BE49-F238E27FC236}">
                  <a16:creationId xmlns:a16="http://schemas.microsoft.com/office/drawing/2014/main" id="{1AAF0967-4D62-AB4F-88DC-0B69F60B63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22048" y="5061243"/>
              <a:ext cx="365760" cy="3657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38A0ABF-1FA9-2CD6-FA4B-BBD4C51C612C}"/>
              </a:ext>
            </a:extLst>
          </p:cNvPr>
          <p:cNvGrpSpPr/>
          <p:nvPr/>
        </p:nvGrpSpPr>
        <p:grpSpPr>
          <a:xfrm>
            <a:off x="4453010" y="4099818"/>
            <a:ext cx="749808" cy="577420"/>
            <a:chOff x="4453010" y="4099818"/>
            <a:chExt cx="749808" cy="577420"/>
          </a:xfrm>
        </p:grpSpPr>
        <p:pic>
          <p:nvPicPr>
            <p:cNvPr id="149" name="Picture 18">
              <a:extLst>
                <a:ext uri="{FF2B5EF4-FFF2-40B4-BE49-F238E27FC236}">
                  <a16:creationId xmlns:a16="http://schemas.microsoft.com/office/drawing/2014/main" id="{6DB864AB-E03D-0BB0-6C9D-87A25BCEAD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68571" y="4099818"/>
              <a:ext cx="457200" cy="457200"/>
            </a:xfrm>
            <a:prstGeom prst="rect">
              <a:avLst/>
            </a:prstGeom>
            <a:noFill/>
            <a:ln w="12700">
              <a:noFill/>
            </a:ln>
          </p:spPr>
        </p:pic>
        <p:sp>
          <p:nvSpPr>
            <p:cNvPr id="15" name="Text 32">
              <a:extLst>
                <a:ext uri="{FF2B5EF4-FFF2-40B4-BE49-F238E27FC236}">
                  <a16:creationId xmlns:a16="http://schemas.microsoft.com/office/drawing/2014/main" id="{43DDADC2-1C64-6DCC-757E-2C07E2DE90DC}"/>
                </a:ext>
              </a:extLst>
            </p:cNvPr>
            <p:cNvSpPr/>
            <p:nvPr/>
          </p:nvSpPr>
          <p:spPr>
            <a:xfrm>
              <a:off x="4453010" y="4530934"/>
              <a:ext cx="749808" cy="14630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 dirty="0">
                  <a:ea typeface="Calibri" pitchFamily="34" charset="-122"/>
                  <a:cs typeface="Calibri" pitchFamily="34" charset="-120"/>
                </a:rPr>
                <a:t>Lambda </a:t>
              </a:r>
            </a:p>
            <a:p>
              <a:pPr marL="0" indent="0" algn="ctr">
                <a:buNone/>
              </a:pPr>
              <a:r>
                <a:rPr lang="en-US" sz="650" b="1" dirty="0" err="1">
                  <a:ea typeface="Calibri" pitchFamily="34" charset="-122"/>
                  <a:cs typeface="Calibri" pitchFamily="34" charset="-120"/>
                </a:rPr>
                <a:t>Presigned</a:t>
              </a:r>
              <a:r>
                <a:rPr lang="en-US" sz="650" b="1" dirty="0">
                  <a:ea typeface="Calibri" pitchFamily="34" charset="-122"/>
                  <a:cs typeface="Calibri" pitchFamily="34" charset="-120"/>
                </a:rPr>
                <a:t> URL</a:t>
              </a:r>
              <a:endParaRPr lang="en-US" sz="650" b="1" dirty="0"/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80752E31-8608-0361-2268-76FFD0CB438C}"/>
              </a:ext>
            </a:extLst>
          </p:cNvPr>
          <p:cNvGrpSpPr/>
          <p:nvPr/>
        </p:nvGrpSpPr>
        <p:grpSpPr>
          <a:xfrm>
            <a:off x="9761471" y="4335310"/>
            <a:ext cx="1246499" cy="599670"/>
            <a:chOff x="1231524" y="1960774"/>
            <a:chExt cx="1246499" cy="599670"/>
          </a:xfrm>
        </p:grpSpPr>
        <p:pic>
          <p:nvPicPr>
            <p:cNvPr id="90" name="Picture 2" descr="Amazon OpenSearch Serviceでクラスタを立ち上げてみた（入門） | DevelopersIO">
              <a:extLst>
                <a:ext uri="{FF2B5EF4-FFF2-40B4-BE49-F238E27FC236}">
                  <a16:creationId xmlns:a16="http://schemas.microsoft.com/office/drawing/2014/main" id="{AB7227A7-1B64-812E-2B07-51B58674F28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71" t="25532" r="64570" b="26869"/>
            <a:stretch>
              <a:fillRect/>
            </a:stretch>
          </p:blipFill>
          <p:spPr bwMode="auto">
            <a:xfrm>
              <a:off x="1674308" y="1960774"/>
              <a:ext cx="360931" cy="3657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66CB1D83-6F20-5915-7A97-F6F5D9C9FF58}"/>
                </a:ext>
              </a:extLst>
            </p:cNvPr>
            <p:cNvSpPr txBox="1"/>
            <p:nvPr/>
          </p:nvSpPr>
          <p:spPr>
            <a:xfrm flipH="1">
              <a:off x="1231524" y="2326534"/>
              <a:ext cx="1246499" cy="2339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8407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2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ea"/>
                  <a:cs typeface="+mn-cs"/>
                </a:rPr>
                <a:t>Open Search Service</a:t>
              </a: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9BC66ECE-D8FC-28D1-B569-0E0EBC6FB61C}"/>
              </a:ext>
            </a:extLst>
          </p:cNvPr>
          <p:cNvGrpSpPr/>
          <p:nvPr/>
        </p:nvGrpSpPr>
        <p:grpSpPr>
          <a:xfrm>
            <a:off x="10100231" y="4959972"/>
            <a:ext cx="1090017" cy="608938"/>
            <a:chOff x="2400895" y="2185416"/>
            <a:chExt cx="1090017" cy="608938"/>
          </a:xfrm>
        </p:grpSpPr>
        <p:pic>
          <p:nvPicPr>
            <p:cNvPr id="101" name="Picture 2" descr="AWS Vector Database Options: Enhance Your Data Strategy Today | IT-Magic">
              <a:extLst>
                <a:ext uri="{FF2B5EF4-FFF2-40B4-BE49-F238E27FC236}">
                  <a16:creationId xmlns:a16="http://schemas.microsoft.com/office/drawing/2014/main" id="{2962F43A-DB68-7721-2477-8E1B4B4A2D8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218" t="13223" r="26626" b="12141"/>
            <a:stretch>
              <a:fillRect/>
            </a:stretch>
          </p:blipFill>
          <p:spPr bwMode="auto">
            <a:xfrm>
              <a:off x="2527797" y="2185416"/>
              <a:ext cx="836212" cy="3657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6649B44C-ABD0-F0C5-D92A-1E8C4FC09C27}"/>
                </a:ext>
              </a:extLst>
            </p:cNvPr>
            <p:cNvSpPr txBox="1"/>
            <p:nvPr/>
          </p:nvSpPr>
          <p:spPr>
            <a:xfrm flipH="1">
              <a:off x="2400895" y="2560444"/>
              <a:ext cx="1090017" cy="2339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8407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2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ea"/>
                  <a:cs typeface="+mn-cs"/>
                </a:rPr>
                <a:t>Aurora + </a:t>
              </a:r>
              <a:r>
                <a:rPr kumimoji="0" lang="en-US" sz="92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ea"/>
                  <a:cs typeface="+mn-cs"/>
                </a:rPr>
                <a:t>Pgvector</a:t>
              </a:r>
              <a:endParaRPr kumimoji="0" lang="en-US" sz="92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sp>
        <p:nvSpPr>
          <p:cNvPr id="69" name="Oval 68">
            <a:extLst>
              <a:ext uri="{FF2B5EF4-FFF2-40B4-BE49-F238E27FC236}">
                <a16:creationId xmlns:a16="http://schemas.microsoft.com/office/drawing/2014/main" id="{A95FCA83-177A-C4DB-40D3-5DDB16BBF06E}"/>
              </a:ext>
            </a:extLst>
          </p:cNvPr>
          <p:cNvSpPr/>
          <p:nvPr/>
        </p:nvSpPr>
        <p:spPr>
          <a:xfrm>
            <a:off x="5286888" y="867405"/>
            <a:ext cx="218181" cy="164347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E364F674-38C3-AEDE-32D1-78B0724515AF}"/>
              </a:ext>
            </a:extLst>
          </p:cNvPr>
          <p:cNvSpPr/>
          <p:nvPr/>
        </p:nvSpPr>
        <p:spPr>
          <a:xfrm>
            <a:off x="1712135" y="2400612"/>
            <a:ext cx="218181" cy="164347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6C05F716-8ECE-CBA9-40C0-2C33CC6F872D}"/>
              </a:ext>
            </a:extLst>
          </p:cNvPr>
          <p:cNvSpPr/>
          <p:nvPr/>
        </p:nvSpPr>
        <p:spPr>
          <a:xfrm>
            <a:off x="10704961" y="2594673"/>
            <a:ext cx="218181" cy="164347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6295E2AC-8198-0CEE-B60C-FA9C7438652E}"/>
              </a:ext>
            </a:extLst>
          </p:cNvPr>
          <p:cNvSpPr/>
          <p:nvPr/>
        </p:nvSpPr>
        <p:spPr>
          <a:xfrm>
            <a:off x="4764918" y="3920240"/>
            <a:ext cx="218181" cy="164347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1D391-B481-7DD9-ED32-99CFA8A6A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C120F17-F402-63ED-FA5D-C58DA04D26AF}"/>
              </a:ext>
            </a:extLst>
          </p:cNvPr>
          <p:cNvSpPr txBox="1"/>
          <p:nvPr/>
        </p:nvSpPr>
        <p:spPr>
          <a:xfrm>
            <a:off x="316315" y="137159"/>
            <a:ext cx="103710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End-to-End Architecture Overview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9D817F-EE80-076B-A068-A71F0FC42773}"/>
              </a:ext>
            </a:extLst>
          </p:cNvPr>
          <p:cNvSpPr txBox="1"/>
          <p:nvPr/>
        </p:nvSpPr>
        <p:spPr>
          <a:xfrm>
            <a:off x="316315" y="819660"/>
            <a:ext cx="1101852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Ingestion</a:t>
            </a:r>
            <a:r>
              <a:rPr lang="en-US" sz="24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Body‑worn camera videos and metadata are ingested from the client VMS (Body‑Lens)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/>
              <a:t>CloudFront + WAF</a:t>
            </a:r>
            <a:r>
              <a:rPr lang="en-US" sz="1600" dirty="0"/>
              <a:t> secure ingress traffic, while a </a:t>
            </a:r>
            <a:r>
              <a:rPr lang="en-US" sz="1600" b="1" dirty="0"/>
              <a:t>Lambda</a:t>
            </a:r>
            <a:r>
              <a:rPr lang="en-US" sz="1600" dirty="0"/>
              <a:t> acts as the control plane to validate requests and generate </a:t>
            </a:r>
            <a:r>
              <a:rPr lang="en-US" sz="1600" b="1" dirty="0"/>
              <a:t>pre‑signed S3 URLs</a:t>
            </a:r>
            <a:r>
              <a:rPr lang="en-US" sz="1600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Raw video and metadata are uploaded </a:t>
            </a:r>
            <a:r>
              <a:rPr lang="en-US" sz="1600" b="1" dirty="0"/>
              <a:t>directly to Amazon S3 (UK region)</a:t>
            </a:r>
            <a:r>
              <a:rPr lang="en-US" sz="1600" dirty="0"/>
              <a:t> with </a:t>
            </a:r>
            <a:r>
              <a:rPr lang="en-US" sz="1600" b="1" dirty="0"/>
              <a:t>Object Lock enabled</a:t>
            </a:r>
            <a:r>
              <a:rPr lang="en-US" sz="1600" dirty="0"/>
              <a:t>, ensuring immutability and legal defensibility.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Ingestion metadata and processing state are captured in </a:t>
            </a:r>
            <a:r>
              <a:rPr lang="en-US" sz="1600" b="1" dirty="0"/>
              <a:t>DynamoDB</a:t>
            </a:r>
            <a:r>
              <a:rPr lang="en-US" sz="1600" dirty="0"/>
              <a:t> for orchestration.</a:t>
            </a:r>
          </a:p>
          <a:p>
            <a:endParaRPr lang="en-US" sz="1600" dirty="0"/>
          </a:p>
          <a:p>
            <a:r>
              <a:rPr lang="en-US" sz="2400" b="1" dirty="0"/>
              <a:t>Pre Process AI Core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Ingestion events trigger </a:t>
            </a:r>
            <a:r>
              <a:rPr lang="en-US" sz="1600" b="1" dirty="0"/>
              <a:t>event‑driven orchestration</a:t>
            </a:r>
            <a:r>
              <a:rPr lang="en-US" sz="1600" dirty="0"/>
              <a:t> using </a:t>
            </a:r>
            <a:r>
              <a:rPr lang="en-US" sz="1600" b="1" dirty="0"/>
              <a:t>Lambda and Amazon SQS</a:t>
            </a: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Media normalization is performed using </a:t>
            </a:r>
            <a:r>
              <a:rPr lang="en-US" sz="1600" b="1" dirty="0" err="1"/>
              <a:t>FFmpeg</a:t>
            </a:r>
            <a:r>
              <a:rPr lang="en-US" sz="1600" dirty="0"/>
              <a:t> converting audio into </a:t>
            </a:r>
            <a:r>
              <a:rPr lang="en-US" sz="1600" b="1" dirty="0"/>
              <a:t>Riva‑compatible PCM/WAV</a:t>
            </a:r>
            <a:r>
              <a:rPr lang="en-US" sz="1600" dirty="0"/>
              <a:t> and stored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GPU‑enabled ECS (EC2 launch type) runs the AI core on GPU instances managed by </a:t>
            </a:r>
            <a:r>
              <a:rPr lang="en-US" sz="1600" b="1" dirty="0"/>
              <a:t>Auto Scaling Groups (ASG)</a:t>
            </a:r>
            <a:r>
              <a:rPr lang="en-US" sz="1600" dirty="0"/>
              <a:t>, enabling elastic horizontal scaling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AI components run as containerized services and include: 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1600" b="1" dirty="0"/>
              <a:t>NVIDIA </a:t>
            </a:r>
            <a:r>
              <a:rPr lang="en-US" sz="1600" b="1" dirty="0" err="1"/>
              <a:t>DeepStream</a:t>
            </a:r>
            <a:r>
              <a:rPr lang="en-US" sz="1600" b="1" dirty="0"/>
              <a:t> </a:t>
            </a:r>
            <a:r>
              <a:rPr lang="en-US" sz="1600" dirty="0"/>
              <a:t>for vision processing (person detection, facial expression, camera readiness, proximity)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1600" b="1" dirty="0"/>
              <a:t>NVIDIA Vision Models</a:t>
            </a:r>
            <a:r>
              <a:rPr lang="en-US" sz="1600" dirty="0"/>
              <a:t> with YOLO‑class / CV models executed within </a:t>
            </a:r>
            <a:r>
              <a:rPr lang="en-US" sz="1600" dirty="0" err="1"/>
              <a:t>DeepStream</a:t>
            </a:r>
            <a:r>
              <a:rPr lang="en-US" sz="1600" dirty="0"/>
              <a:t> pipelines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1600" b="1" dirty="0"/>
              <a:t>NVIDIA Riva </a:t>
            </a:r>
            <a:r>
              <a:rPr lang="en-US" sz="1600" dirty="0"/>
              <a:t>for Automatic Speech Recognition (ASR)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1600" b="1" dirty="0"/>
              <a:t>NLP / reasoning models + LLM</a:t>
            </a:r>
            <a:r>
              <a:rPr lang="en-US" sz="1600" dirty="0"/>
              <a:t> for intent, SOP phrase detection, and escalation cues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1600" b="1" dirty="0"/>
              <a:t>NVIDIA Triton </a:t>
            </a:r>
            <a:r>
              <a:rPr lang="en-US" sz="1600" dirty="0"/>
              <a:t>Inference Server for centralized inference execution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AI containers are sourced from </a:t>
            </a:r>
            <a:r>
              <a:rPr lang="en-US" sz="1600" b="1" dirty="0"/>
              <a:t>NVIDIA NGC</a:t>
            </a:r>
            <a:r>
              <a:rPr lang="en-US" sz="1600" dirty="0"/>
              <a:t>, customized, stored in Amazon </a:t>
            </a:r>
            <a:r>
              <a:rPr lang="en-US" sz="1600" b="1" dirty="0"/>
              <a:t>ECR</a:t>
            </a:r>
            <a:r>
              <a:rPr lang="en-US" sz="1600" dirty="0"/>
              <a:t>, and executed by </a:t>
            </a:r>
            <a:r>
              <a:rPr lang="en-US" sz="1600" b="1" dirty="0"/>
              <a:t>ECS</a:t>
            </a:r>
            <a:r>
              <a:rPr lang="en-US" sz="1600" dirty="0"/>
              <a:t>.</a:t>
            </a:r>
          </a:p>
        </p:txBody>
      </p:sp>
      <p:pic>
        <p:nvPicPr>
          <p:cNvPr id="13" name="Picture 18">
            <a:extLst>
              <a:ext uri="{FF2B5EF4-FFF2-40B4-BE49-F238E27FC236}">
                <a16:creationId xmlns:a16="http://schemas.microsoft.com/office/drawing/2014/main" id="{8C5F62AF-830F-0566-F4F5-442DABD1F3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6649" y="6453410"/>
            <a:ext cx="847723" cy="31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5864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3D61F-9890-1294-5F13-229E0C3AE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D0851B8-0342-AF0F-EF10-D0785390BBC5}"/>
              </a:ext>
            </a:extLst>
          </p:cNvPr>
          <p:cNvSpPr txBox="1"/>
          <p:nvPr/>
        </p:nvSpPr>
        <p:spPr>
          <a:xfrm>
            <a:off x="316315" y="137159"/>
            <a:ext cx="103710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End-to-End Architecture Overview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2CBEE4-5673-4298-0B30-92E5F1A1C3D3}"/>
              </a:ext>
            </a:extLst>
          </p:cNvPr>
          <p:cNvSpPr txBox="1"/>
          <p:nvPr/>
        </p:nvSpPr>
        <p:spPr>
          <a:xfrm>
            <a:off x="316315" y="819660"/>
            <a:ext cx="1101852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AI models, </a:t>
            </a:r>
            <a:r>
              <a:rPr lang="en-US" sz="1600" dirty="0" err="1"/>
              <a:t>TensorRT</a:t>
            </a:r>
            <a:r>
              <a:rPr lang="en-US" sz="1600" dirty="0"/>
              <a:t> engines, and configuration files are stored in Amazon </a:t>
            </a:r>
            <a:r>
              <a:rPr lang="en-US" sz="1600" b="1" dirty="0"/>
              <a:t>EFS</a:t>
            </a:r>
            <a:r>
              <a:rPr lang="en-US" sz="1600" dirty="0"/>
              <a:t> to provide a shared runtime repository across containers.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Outputs generated by upstream AI components (</a:t>
            </a:r>
            <a:r>
              <a:rPr lang="en-US" sz="1600" dirty="0" err="1"/>
              <a:t>DeepStream</a:t>
            </a:r>
            <a:r>
              <a:rPr lang="en-US" sz="1600" dirty="0"/>
              <a:t>, Riva, NLP) are consolidated and normalized into a interaction object to ensure consistency for downstream QC processing.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Guardrails are applied to outputs to enforce policy constraints, flag biased/unsafe interpretations and prevent sensitive information from propagating further.</a:t>
            </a:r>
          </a:p>
          <a:p>
            <a:endParaRPr lang="en-US" sz="1600" dirty="0"/>
          </a:p>
          <a:p>
            <a:r>
              <a:rPr lang="en-US" sz="2400" b="1" dirty="0"/>
              <a:t>Result &amp; Retention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A serverless post‑AI Lambda layer evaluates AI outputs against configurable SOP rules and create classification (Low / Medium / High)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Final QC results, explanations, and audit metadata are stored in structured backend data stores in the UK region.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Audit logging and data encryption are enforced to comply with regulatory and retention requirements.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sz="2400" b="1" dirty="0"/>
              <a:t>Dashboard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QC outcomes and audit insights are exposed through secured APIs.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A web‑based dashboard allows supervisors and compliance teams to review: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1600" dirty="0"/>
              <a:t>SOP compliance metrics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1600" dirty="0"/>
              <a:t>Risk classification trends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1600" dirty="0"/>
              <a:t>Escalation details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1600" dirty="0"/>
              <a:t>Evidence‑linked explanations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Video playback is enabled using time-limited pre-signed S3 </a:t>
            </a:r>
            <a:r>
              <a:rPr lang="en-US" sz="1600" dirty="0" err="1"/>
              <a:t>Url’s</a:t>
            </a:r>
            <a:r>
              <a:rPr lang="en-US" sz="1600" dirty="0"/>
              <a:t>, allowing direct secure access to immutable evidence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User access is controlled through authentication and authorization mechanisms.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Dashboards provide full drill‑down capability while maintaining traceability.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2" name="Picture 18">
            <a:extLst>
              <a:ext uri="{FF2B5EF4-FFF2-40B4-BE49-F238E27FC236}">
                <a16:creationId xmlns:a16="http://schemas.microsoft.com/office/drawing/2014/main" id="{90996446-2232-01F0-647E-AF4874982A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6649" y="6453410"/>
            <a:ext cx="847723" cy="31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95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12011F-08F1-61B2-6C0E-6CA8B57D7EF1}"/>
              </a:ext>
            </a:extLst>
          </p:cNvPr>
          <p:cNvSpPr txBox="1"/>
          <p:nvPr/>
        </p:nvSpPr>
        <p:spPr>
          <a:xfrm>
            <a:off x="236029" y="394692"/>
            <a:ext cx="11719941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ptos (Body)"/>
              </a:rPr>
              <a:t>Region:- </a:t>
            </a:r>
          </a:p>
          <a:p>
            <a:pPr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 (Body)"/>
              </a:rPr>
              <a:t>AWS eu‑west‑2 (London)</a:t>
            </a:r>
          </a:p>
          <a:p>
            <a:r>
              <a:rPr lang="en-US" b="1" dirty="0">
                <a:latin typeface="Aptos (Body)"/>
              </a:rPr>
              <a:t>EC2:-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latin typeface="Aptos (Body)"/>
              </a:rPr>
              <a:t>G6.2Xlarge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latin typeface="Aptos (Body)"/>
              </a:rPr>
              <a:t>g4dn.xlarge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latin typeface="Aptos (Body)"/>
              </a:rPr>
              <a:t>g6e.2xlarge</a:t>
            </a:r>
          </a:p>
          <a:p>
            <a:pPr marL="1200150" lvl="2" indent="-285750">
              <a:buFont typeface="Wingdings" panose="05000000000000000000" pitchFamily="2" charset="2"/>
              <a:buChar char="ü"/>
            </a:pPr>
            <a:r>
              <a:rPr lang="en-US" dirty="0">
                <a:latin typeface="Aptos (Body)"/>
              </a:rPr>
              <a:t>Sudo access</a:t>
            </a:r>
          </a:p>
          <a:p>
            <a:pPr marL="1200150" lvl="2" indent="-285750">
              <a:buFont typeface="Wingdings" panose="05000000000000000000" pitchFamily="2" charset="2"/>
              <a:buChar char="ü"/>
            </a:pPr>
            <a:r>
              <a:rPr lang="en-US" dirty="0">
                <a:latin typeface="Aptos (Body)"/>
              </a:rPr>
              <a:t>SSH access</a:t>
            </a:r>
          </a:p>
          <a:p>
            <a:pPr marL="1200150" lvl="2" indent="-285750">
              <a:buFont typeface="Wingdings" panose="05000000000000000000" pitchFamily="2" charset="2"/>
              <a:buChar char="ü"/>
            </a:pPr>
            <a:r>
              <a:rPr lang="en-US" dirty="0">
                <a:latin typeface="Aptos (Body)"/>
              </a:rPr>
              <a:t>Internet Access</a:t>
            </a:r>
          </a:p>
          <a:p>
            <a:r>
              <a:rPr lang="en-US" b="1" dirty="0">
                <a:latin typeface="Aptos (Body)"/>
              </a:rPr>
              <a:t>Lambda:-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latin typeface="Aptos (Body)"/>
              </a:rPr>
              <a:t>Receive trigger request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latin typeface="Aptos (Body)"/>
              </a:rPr>
              <a:t>Create pre-signed URL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latin typeface="Aptos (Body)"/>
              </a:rPr>
              <a:t>Send jobs to queue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latin typeface="Aptos (Body)"/>
              </a:rPr>
              <a:t>Update DB status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latin typeface="Aptos (Body)"/>
              </a:rPr>
              <a:t>Perform rule-based check</a:t>
            </a:r>
          </a:p>
          <a:p>
            <a:r>
              <a:rPr lang="en-US" b="1" dirty="0" err="1">
                <a:latin typeface="Aptos (Body)"/>
              </a:rPr>
              <a:t>Sagemaker</a:t>
            </a:r>
            <a:r>
              <a:rPr lang="en-US" b="1" dirty="0">
                <a:latin typeface="Aptos (Body)"/>
              </a:rPr>
              <a:t> Studio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latin typeface="Aptos (Body)"/>
              </a:rPr>
              <a:t>GPU instance access for </a:t>
            </a:r>
            <a:r>
              <a:rPr lang="en-US" dirty="0" err="1">
                <a:latin typeface="Aptos (Body)"/>
              </a:rPr>
              <a:t>Sagemaker</a:t>
            </a:r>
            <a:r>
              <a:rPr lang="en-US" dirty="0">
                <a:latin typeface="Aptos (Body)"/>
              </a:rPr>
              <a:t> studio for experimentation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err="1">
                <a:latin typeface="Aptos (Body)"/>
              </a:rPr>
              <a:t>Jupyter</a:t>
            </a:r>
            <a:r>
              <a:rPr lang="en-US" dirty="0">
                <a:latin typeface="Aptos (Body)"/>
              </a:rPr>
              <a:t> Lab Notebooks access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latin typeface="Aptos (Body)"/>
              </a:rPr>
              <a:t>Code editor access</a:t>
            </a:r>
          </a:p>
          <a:p>
            <a:r>
              <a:rPr lang="en-US" b="1" dirty="0">
                <a:latin typeface="Aptos (Body)"/>
              </a:rPr>
              <a:t>AWS Bedrock </a:t>
            </a:r>
            <a:r>
              <a:rPr lang="en-US" dirty="0">
                <a:latin typeface="Aptos (Body)"/>
              </a:rPr>
              <a:t>:- </a:t>
            </a:r>
          </a:p>
          <a:p>
            <a:pPr marL="800100" lvl="1" indent="-342900">
              <a:buFont typeface="+mj-lt"/>
              <a:buAutoNum type="arabicPeriod"/>
            </a:pPr>
            <a:r>
              <a:rPr lang="es-ES" dirty="0">
                <a:latin typeface="Aptos (Body)"/>
              </a:rPr>
              <a:t>NVIDIA </a:t>
            </a:r>
            <a:r>
              <a:rPr lang="es-ES" dirty="0" err="1">
                <a:latin typeface="Aptos (Body)"/>
              </a:rPr>
              <a:t>Nemotron</a:t>
            </a:r>
            <a:r>
              <a:rPr lang="es-ES" dirty="0">
                <a:latin typeface="Aptos (Body)"/>
              </a:rPr>
              <a:t> Nano 9B v2</a:t>
            </a:r>
            <a:endParaRPr lang="en-US" dirty="0">
              <a:latin typeface="Aptos (Body)"/>
            </a:endParaRPr>
          </a:p>
        </p:txBody>
      </p:sp>
    </p:spTree>
    <p:extLst>
      <p:ext uri="{BB962C8B-B14F-4D97-AF65-F5344CB8AC3E}">
        <p14:creationId xmlns:p14="http://schemas.microsoft.com/office/powerpoint/2010/main" val="3248853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215C2D-D6B3-4715-33F6-8089111DEC27}"/>
              </a:ext>
            </a:extLst>
          </p:cNvPr>
          <p:cNvSpPr txBox="1"/>
          <p:nvPr/>
        </p:nvSpPr>
        <p:spPr>
          <a:xfrm>
            <a:off x="236029" y="394692"/>
            <a:ext cx="11719941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ptos (Body)"/>
              </a:rPr>
              <a:t>External Access &amp; URL Whitelisting:- </a:t>
            </a:r>
          </a:p>
          <a:p>
            <a:pPr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ptos (Body)"/>
              </a:rPr>
              <a:t>nvcr.io</a:t>
            </a:r>
          </a:p>
          <a:p>
            <a:pPr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ptos (Body)"/>
              </a:rPr>
              <a:t>api.ngc.nvidia.com</a:t>
            </a:r>
          </a:p>
          <a:p>
            <a:pPr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ptos (Body)"/>
              </a:rPr>
              <a:t>registry.ngc.nvidia.com</a:t>
            </a:r>
          </a:p>
          <a:p>
            <a:pPr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ptos (Body)"/>
              </a:rPr>
              <a:t>huggingface.co</a:t>
            </a:r>
          </a:p>
          <a:p>
            <a:pPr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ptos (Body)"/>
              </a:rPr>
              <a:t>cdn-lfs.huggingface.co</a:t>
            </a:r>
          </a:p>
          <a:p>
            <a:pPr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ptos (Body)"/>
              </a:rPr>
              <a:t>github.com</a:t>
            </a:r>
          </a:p>
          <a:p>
            <a:pPr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ptos (Body)"/>
              </a:rPr>
              <a:t>raw.githubusercontent.com</a:t>
            </a:r>
          </a:p>
          <a:p>
            <a:pPr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ptos (Body)"/>
              </a:rPr>
              <a:t>objects.githubusercontent.com</a:t>
            </a:r>
          </a:p>
          <a:p>
            <a:pPr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ptos (Body)"/>
              </a:rPr>
              <a:t>openai.com</a:t>
            </a:r>
          </a:p>
          <a:p>
            <a:pPr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ptos (Body)"/>
              </a:rPr>
              <a:t>data.mendeley.com</a:t>
            </a:r>
          </a:p>
          <a:p>
            <a:pPr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ptos (Body)"/>
              </a:rPr>
              <a:t>zenodo.org</a:t>
            </a:r>
          </a:p>
          <a:p>
            <a:pPr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ptos (Body)"/>
              </a:rPr>
              <a:t>archive.org</a:t>
            </a:r>
          </a:p>
          <a:p>
            <a:pPr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ptos (Body)"/>
              </a:rPr>
              <a:t>datasets.kaggle.com</a:t>
            </a:r>
          </a:p>
          <a:p>
            <a:pPr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ptos (Body)"/>
              </a:rPr>
              <a:t>storage.googleapis.com</a:t>
            </a:r>
          </a:p>
          <a:p>
            <a:pPr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ptos (Body)"/>
              </a:rPr>
              <a:t>youtube.com</a:t>
            </a:r>
          </a:p>
          <a:p>
            <a:pPr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ptos (Body)"/>
              </a:rPr>
              <a:t>www.youtube.com</a:t>
            </a:r>
          </a:p>
          <a:p>
            <a:pPr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ptos (Body)"/>
              </a:rPr>
              <a:t>youtube.googleapis.com</a:t>
            </a:r>
          </a:p>
          <a:p>
            <a:pPr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ptos (Body)"/>
              </a:rPr>
              <a:t>googlevideo.com</a:t>
            </a:r>
          </a:p>
          <a:p>
            <a:pPr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ptos (Body)"/>
              </a:rPr>
              <a:t>cloudflare.com</a:t>
            </a:r>
          </a:p>
          <a:p>
            <a:pPr lvl="1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ptos (Body)"/>
              </a:rPr>
              <a:t>pypi.org</a:t>
            </a:r>
          </a:p>
        </p:txBody>
      </p:sp>
    </p:spTree>
    <p:extLst>
      <p:ext uri="{BB962C8B-B14F-4D97-AF65-F5344CB8AC3E}">
        <p14:creationId xmlns:p14="http://schemas.microsoft.com/office/powerpoint/2010/main" val="120141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4899</TotalTime>
  <Words>1067</Words>
  <Application>Microsoft Office PowerPoint</Application>
  <PresentationFormat>Widescreen</PresentationFormat>
  <Paragraphs>188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Aptos</vt:lpstr>
      <vt:lpstr>Aptos (Body)</vt:lpstr>
      <vt:lpstr>Aptos Display</vt:lpstr>
      <vt:lpstr>Arial</vt:lpstr>
      <vt:lpstr>Calibri</vt:lpstr>
      <vt:lpstr>Courier New</vt:lpstr>
      <vt:lpstr>Wingdings</vt:lpstr>
      <vt:lpstr>Office Theme</vt:lpstr>
      <vt:lpstr>Body Worn Video Audit (BWA)  EXL’s Intelligence Platform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Abhilash Timmapur</dc:creator>
  <cp:lastModifiedBy>Abhilash Timmapur</cp:lastModifiedBy>
  <cp:revision>7</cp:revision>
  <dcterms:created xsi:type="dcterms:W3CDTF">2026-04-02T11:11:59Z</dcterms:created>
  <dcterms:modified xsi:type="dcterms:W3CDTF">2026-04-10T09:58:12Z</dcterms:modified>
</cp:coreProperties>
</file>